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322" r:id="rId3"/>
    <p:sldId id="360" r:id="rId4"/>
    <p:sldId id="478" r:id="rId5"/>
    <p:sldId id="490" r:id="rId6"/>
    <p:sldId id="465" r:id="rId7"/>
    <p:sldId id="480" r:id="rId8"/>
    <p:sldId id="479" r:id="rId9"/>
    <p:sldId id="481" r:id="rId10"/>
    <p:sldId id="482" r:id="rId11"/>
    <p:sldId id="483" r:id="rId12"/>
    <p:sldId id="485" r:id="rId13"/>
    <p:sldId id="486" r:id="rId14"/>
    <p:sldId id="487" r:id="rId15"/>
    <p:sldId id="488" r:id="rId16"/>
    <p:sldId id="489" r:id="rId17"/>
    <p:sldId id="28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13A84-E945-4F1B-B7AB-D7CF92B79ADB}" v="301" dt="2025-03-27T03:19:24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4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ems Wan" userId="341795a8eb526f30" providerId="LiveId" clId="{53113A84-E945-4F1B-B7AB-D7CF92B79ADB}"/>
    <pc:docChg chg="undo custSel addSld delSld modSld">
      <pc:chgData name="Cheems Wan" userId="341795a8eb526f30" providerId="LiveId" clId="{53113A84-E945-4F1B-B7AB-D7CF92B79ADB}" dt="2025-03-27T03:19:33.520" v="1349" actId="1076"/>
      <pc:docMkLst>
        <pc:docMk/>
      </pc:docMkLst>
      <pc:sldChg chg="modSp mod">
        <pc:chgData name="Cheems Wan" userId="341795a8eb526f30" providerId="LiveId" clId="{53113A84-E945-4F1B-B7AB-D7CF92B79ADB}" dt="2025-03-27T00:43:25.089" v="11" actId="20577"/>
        <pc:sldMkLst>
          <pc:docMk/>
          <pc:sldMk cId="148987028" sldId="256"/>
        </pc:sldMkLst>
        <pc:spChg chg="mod">
          <ac:chgData name="Cheems Wan" userId="341795a8eb526f30" providerId="LiveId" clId="{53113A84-E945-4F1B-B7AB-D7CF92B79ADB}" dt="2025-03-27T00:43:12.182" v="6" actId="20577"/>
          <ac:spMkLst>
            <pc:docMk/>
            <pc:sldMk cId="148987028" sldId="256"/>
            <ac:spMk id="7" creationId="{366A77A3-CE69-477F-81F4-E2D6B9BE9B1A}"/>
          </ac:spMkLst>
        </pc:spChg>
        <pc:spChg chg="mod">
          <ac:chgData name="Cheems Wan" userId="341795a8eb526f30" providerId="LiveId" clId="{53113A84-E945-4F1B-B7AB-D7CF92B79ADB}" dt="2025-03-27T00:43:25.089" v="11" actId="20577"/>
          <ac:spMkLst>
            <pc:docMk/>
            <pc:sldMk cId="148987028" sldId="256"/>
            <ac:spMk id="9" creationId="{0C9F2810-49B7-43AE-9531-F1A140CD4A5F}"/>
          </ac:spMkLst>
        </pc:spChg>
      </pc:sldChg>
      <pc:sldChg chg="modSp mod">
        <pc:chgData name="Cheems Wan" userId="341795a8eb526f30" providerId="LiveId" clId="{53113A84-E945-4F1B-B7AB-D7CF92B79ADB}" dt="2025-03-27T01:51:13.777" v="607" actId="14100"/>
        <pc:sldMkLst>
          <pc:docMk/>
          <pc:sldMk cId="0" sldId="322"/>
        </pc:sldMkLst>
        <pc:spChg chg="mod">
          <ac:chgData name="Cheems Wan" userId="341795a8eb526f30" providerId="LiveId" clId="{53113A84-E945-4F1B-B7AB-D7CF92B79ADB}" dt="2025-03-27T01:51:13.777" v="607" actId="14100"/>
          <ac:spMkLst>
            <pc:docMk/>
            <pc:sldMk cId="0" sldId="322"/>
            <ac:spMk id="8195" creationId="{00000000-0000-0000-0000-000000000000}"/>
          </ac:spMkLst>
        </pc:spChg>
      </pc:sldChg>
      <pc:sldChg chg="addSp delSp modSp mod">
        <pc:chgData name="Cheems Wan" userId="341795a8eb526f30" providerId="LiveId" clId="{53113A84-E945-4F1B-B7AB-D7CF92B79ADB}" dt="2025-03-27T01:21:42.311" v="579" actId="1076"/>
        <pc:sldMkLst>
          <pc:docMk/>
          <pc:sldMk cId="0" sldId="360"/>
        </pc:sldMkLst>
        <pc:spChg chg="del">
          <ac:chgData name="Cheems Wan" userId="341795a8eb526f30" providerId="LiveId" clId="{53113A84-E945-4F1B-B7AB-D7CF92B79ADB}" dt="2025-03-27T00:45:07.215" v="41" actId="478"/>
          <ac:spMkLst>
            <pc:docMk/>
            <pc:sldMk cId="0" sldId="360"/>
            <ac:spMk id="2" creationId="{00000000-0000-0000-0000-000000000000}"/>
          </ac:spMkLst>
        </pc:spChg>
        <pc:spChg chg="del">
          <ac:chgData name="Cheems Wan" userId="341795a8eb526f30" providerId="LiveId" clId="{53113A84-E945-4F1B-B7AB-D7CF92B79ADB}" dt="2025-03-27T00:45:10.273" v="43" actId="478"/>
          <ac:spMkLst>
            <pc:docMk/>
            <pc:sldMk cId="0" sldId="360"/>
            <ac:spMk id="4" creationId="{ACFACB1C-F6A2-6CB4-7797-609C6DDA8884}"/>
          </ac:spMkLst>
        </pc:spChg>
        <pc:spChg chg="add mod">
          <ac:chgData name="Cheems Wan" userId="341795a8eb526f30" providerId="LiveId" clId="{53113A84-E945-4F1B-B7AB-D7CF92B79ADB}" dt="2025-03-27T00:56:59.171" v="224" actId="21"/>
          <ac:spMkLst>
            <pc:docMk/>
            <pc:sldMk cId="0" sldId="360"/>
            <ac:spMk id="5" creationId="{BF6AF691-ED1C-9C43-3190-98AFE3CF4B7B}"/>
          </ac:spMkLst>
        </pc:spChg>
        <pc:spChg chg="del">
          <ac:chgData name="Cheems Wan" userId="341795a8eb526f30" providerId="LiveId" clId="{53113A84-E945-4F1B-B7AB-D7CF92B79ADB}" dt="2025-03-27T00:45:08.372" v="42" actId="478"/>
          <ac:spMkLst>
            <pc:docMk/>
            <pc:sldMk cId="0" sldId="360"/>
            <ac:spMk id="6" creationId="{4D405148-7C1E-E315-2156-2C22B3FA07D7}"/>
          </ac:spMkLst>
        </pc:spChg>
        <pc:spChg chg="mod">
          <ac:chgData name="Cheems Wan" userId="341795a8eb526f30" providerId="LiveId" clId="{53113A84-E945-4F1B-B7AB-D7CF92B79ADB}" dt="2025-03-27T00:44:57.654" v="40"/>
          <ac:spMkLst>
            <pc:docMk/>
            <pc:sldMk cId="0" sldId="360"/>
            <ac:spMk id="9" creationId="{4B7803FB-451F-82CA-342D-88A6A093887B}"/>
          </ac:spMkLst>
        </pc:spChg>
        <pc:spChg chg="del">
          <ac:chgData name="Cheems Wan" userId="341795a8eb526f30" providerId="LiveId" clId="{53113A84-E945-4F1B-B7AB-D7CF92B79ADB}" dt="2025-03-27T00:45:07.215" v="41" actId="478"/>
          <ac:spMkLst>
            <pc:docMk/>
            <pc:sldMk cId="0" sldId="360"/>
            <ac:spMk id="14" creationId="{2D57BB6D-604A-ABB6-8214-D437A19E4683}"/>
          </ac:spMkLst>
        </pc:spChg>
        <pc:spChg chg="del">
          <ac:chgData name="Cheems Wan" userId="341795a8eb526f30" providerId="LiveId" clId="{53113A84-E945-4F1B-B7AB-D7CF92B79ADB}" dt="2025-03-27T00:45:07.215" v="41" actId="478"/>
          <ac:spMkLst>
            <pc:docMk/>
            <pc:sldMk cId="0" sldId="360"/>
            <ac:spMk id="16" creationId="{AF69E5C9-DFA7-6CD9-1B41-B804ADAF1301}"/>
          </ac:spMkLst>
        </pc:spChg>
        <pc:spChg chg="add del mod">
          <ac:chgData name="Cheems Wan" userId="341795a8eb526f30" providerId="LiveId" clId="{53113A84-E945-4F1B-B7AB-D7CF92B79ADB}" dt="2025-03-27T01:20:45.838" v="567" actId="1076"/>
          <ac:spMkLst>
            <pc:docMk/>
            <pc:sldMk cId="0" sldId="360"/>
            <ac:spMk id="18" creationId="{948B1610-797C-4800-A172-DF7755779012}"/>
          </ac:spMkLst>
        </pc:spChg>
        <pc:spChg chg="add del mod">
          <ac:chgData name="Cheems Wan" userId="341795a8eb526f30" providerId="LiveId" clId="{53113A84-E945-4F1B-B7AB-D7CF92B79ADB}" dt="2025-03-27T00:57:27.412" v="236" actId="478"/>
          <ac:spMkLst>
            <pc:docMk/>
            <pc:sldMk cId="0" sldId="360"/>
            <ac:spMk id="19" creationId="{871BBC00-2395-4E11-999A-0A71DF5228AE}"/>
          </ac:spMkLst>
        </pc:spChg>
        <pc:spChg chg="add del mod">
          <ac:chgData name="Cheems Wan" userId="341795a8eb526f30" providerId="LiveId" clId="{53113A84-E945-4F1B-B7AB-D7CF92B79ADB}" dt="2025-03-27T00:57:37.936" v="239" actId="478"/>
          <ac:spMkLst>
            <pc:docMk/>
            <pc:sldMk cId="0" sldId="360"/>
            <ac:spMk id="22" creationId="{96839B3F-47C7-86B5-81EA-87AFEA74918A}"/>
          </ac:spMkLst>
        </pc:spChg>
        <pc:spChg chg="add mod">
          <ac:chgData name="Cheems Wan" userId="341795a8eb526f30" providerId="LiveId" clId="{53113A84-E945-4F1B-B7AB-D7CF92B79ADB}" dt="2025-03-27T01:20:41.431" v="566" actId="14100"/>
          <ac:spMkLst>
            <pc:docMk/>
            <pc:sldMk cId="0" sldId="360"/>
            <ac:spMk id="23" creationId="{F32FBA93-53F3-20F4-AF41-CE68EA4D7851}"/>
          </ac:spMkLst>
        </pc:spChg>
        <pc:spChg chg="add mod">
          <ac:chgData name="Cheems Wan" userId="341795a8eb526f30" providerId="LiveId" clId="{53113A84-E945-4F1B-B7AB-D7CF92B79ADB}" dt="2025-03-27T01:21:02.264" v="573" actId="1076"/>
          <ac:spMkLst>
            <pc:docMk/>
            <pc:sldMk cId="0" sldId="360"/>
            <ac:spMk id="24" creationId="{B2B7D1D6-C6B0-6C33-47A4-F1E695C17C2C}"/>
          </ac:spMkLst>
        </pc:spChg>
        <pc:spChg chg="add mod">
          <ac:chgData name="Cheems Wan" userId="341795a8eb526f30" providerId="LiveId" clId="{53113A84-E945-4F1B-B7AB-D7CF92B79ADB}" dt="2025-03-27T01:21:42.311" v="579" actId="1076"/>
          <ac:spMkLst>
            <pc:docMk/>
            <pc:sldMk cId="0" sldId="360"/>
            <ac:spMk id="26" creationId="{603E1AB1-6A06-0054-A16D-CF4F1971804B}"/>
          </ac:spMkLst>
        </pc:spChg>
        <pc:spChg chg="del">
          <ac:chgData name="Cheems Wan" userId="341795a8eb526f30" providerId="LiveId" clId="{53113A84-E945-4F1B-B7AB-D7CF92B79ADB}" dt="2025-03-27T00:45:07.215" v="41" actId="478"/>
          <ac:spMkLst>
            <pc:docMk/>
            <pc:sldMk cId="0" sldId="360"/>
            <ac:spMk id="65" creationId="{00000000-0000-0000-0000-000000000000}"/>
          </ac:spMkLst>
        </pc:spChg>
        <pc:grpChg chg="add del mod">
          <ac:chgData name="Cheems Wan" userId="341795a8eb526f30" providerId="LiveId" clId="{53113A84-E945-4F1B-B7AB-D7CF92B79ADB}" dt="2025-03-27T00:46:21.719" v="50" actId="478"/>
          <ac:grpSpMkLst>
            <pc:docMk/>
            <pc:sldMk cId="0" sldId="360"/>
            <ac:grpSpMk id="10" creationId="{00000000-0000-0000-0000-000000000000}"/>
          </ac:grpSpMkLst>
        </pc:grpChg>
        <pc:graphicFrameChg chg="add del mod">
          <ac:chgData name="Cheems Wan" userId="341795a8eb526f30" providerId="LiveId" clId="{53113A84-E945-4F1B-B7AB-D7CF92B79ADB}" dt="2025-03-27T00:49:23.222" v="73"/>
          <ac:graphicFrameMkLst>
            <pc:docMk/>
            <pc:sldMk cId="0" sldId="360"/>
            <ac:graphicFrameMk id="7" creationId="{0704D632-8FB1-6601-8178-0B7AE06A6128}"/>
          </ac:graphicFrameMkLst>
        </pc:graphicFrameChg>
        <pc:graphicFrameChg chg="add del mod">
          <ac:chgData name="Cheems Wan" userId="341795a8eb526f30" providerId="LiveId" clId="{53113A84-E945-4F1B-B7AB-D7CF92B79ADB}" dt="2025-03-27T00:50:47.146" v="99"/>
          <ac:graphicFrameMkLst>
            <pc:docMk/>
            <pc:sldMk cId="0" sldId="360"/>
            <ac:graphicFrameMk id="8" creationId="{81010759-A605-19B1-DDD6-347ADA2B3B49}"/>
          </ac:graphicFrameMkLst>
        </pc:graphicFrameChg>
        <pc:graphicFrameChg chg="add del mod">
          <ac:chgData name="Cheems Wan" userId="341795a8eb526f30" providerId="LiveId" clId="{53113A84-E945-4F1B-B7AB-D7CF92B79ADB}" dt="2025-03-27T00:52:49.289" v="151"/>
          <ac:graphicFrameMkLst>
            <pc:docMk/>
            <pc:sldMk cId="0" sldId="360"/>
            <ac:graphicFrameMk id="17" creationId="{F05D5D71-109D-3648-6023-3F8F9EB06946}"/>
          </ac:graphicFrameMkLst>
        </pc:graphicFrameChg>
        <pc:graphicFrameChg chg="add del mod">
          <ac:chgData name="Cheems Wan" userId="341795a8eb526f30" providerId="LiveId" clId="{53113A84-E945-4F1B-B7AB-D7CF92B79ADB}" dt="2025-03-27T00:53:33.457" v="160"/>
          <ac:graphicFrameMkLst>
            <pc:docMk/>
            <pc:sldMk cId="0" sldId="360"/>
            <ac:graphicFrameMk id="20" creationId="{8878AE97-3301-1305-0E4E-AA525D7F1AD6}"/>
          </ac:graphicFrameMkLst>
        </pc:graphicFrameChg>
        <pc:graphicFrameChg chg="add del mod">
          <ac:chgData name="Cheems Wan" userId="341795a8eb526f30" providerId="LiveId" clId="{53113A84-E945-4F1B-B7AB-D7CF92B79ADB}" dt="2025-03-27T00:54:48.571" v="195"/>
          <ac:graphicFrameMkLst>
            <pc:docMk/>
            <pc:sldMk cId="0" sldId="360"/>
            <ac:graphicFrameMk id="21" creationId="{42D1CC1F-C9FB-B553-775C-635FEF4D4890}"/>
          </ac:graphicFrameMkLst>
        </pc:graphicFrameChg>
        <pc:picChg chg="del">
          <ac:chgData name="Cheems Wan" userId="341795a8eb526f30" providerId="LiveId" clId="{53113A84-E945-4F1B-B7AB-D7CF92B79ADB}" dt="2025-03-27T00:45:07.215" v="41" actId="478"/>
          <ac:picMkLst>
            <pc:docMk/>
            <pc:sldMk cId="0" sldId="360"/>
            <ac:picMk id="3" creationId="{32583167-A456-D849-ED0A-1D9431E2D6F3}"/>
          </ac:picMkLst>
        </pc:picChg>
      </pc:sldChg>
      <pc:sldChg chg="del">
        <pc:chgData name="Cheems Wan" userId="341795a8eb526f30" providerId="LiveId" clId="{53113A84-E945-4F1B-B7AB-D7CF92B79ADB}" dt="2025-03-27T01:21:48.938" v="580" actId="47"/>
        <pc:sldMkLst>
          <pc:docMk/>
          <pc:sldMk cId="2381117774" sldId="464"/>
        </pc:sldMkLst>
      </pc:sldChg>
      <pc:sldChg chg="addSp delSp modSp mod">
        <pc:chgData name="Cheems Wan" userId="341795a8eb526f30" providerId="LiveId" clId="{53113A84-E945-4F1B-B7AB-D7CF92B79ADB}" dt="2025-03-27T02:18:58.631" v="875" actId="1038"/>
        <pc:sldMkLst>
          <pc:docMk/>
          <pc:sldMk cId="3794147351" sldId="465"/>
        </pc:sldMkLst>
        <pc:spChg chg="del">
          <ac:chgData name="Cheems Wan" userId="341795a8eb526f30" providerId="LiveId" clId="{53113A84-E945-4F1B-B7AB-D7CF92B79ADB}" dt="2025-03-27T01:22:17.610" v="588" actId="478"/>
          <ac:spMkLst>
            <pc:docMk/>
            <pc:sldMk cId="3794147351" sldId="465"/>
            <ac:spMk id="2" creationId="{00CDDD93-FDE6-470A-941E-EDE972756B38}"/>
          </ac:spMkLst>
        </pc:spChg>
        <pc:spChg chg="add mod">
          <ac:chgData name="Cheems Wan" userId="341795a8eb526f30" providerId="LiveId" clId="{53113A84-E945-4F1B-B7AB-D7CF92B79ADB}" dt="2025-03-27T02:18:58.631" v="875" actId="1038"/>
          <ac:spMkLst>
            <pc:docMk/>
            <pc:sldMk cId="3794147351" sldId="465"/>
            <ac:spMk id="2" creationId="{598C8B87-0CD7-7EF3-F98D-786A4EAA8979}"/>
          </ac:spMkLst>
        </pc:spChg>
        <pc:spChg chg="add mod">
          <ac:chgData name="Cheems Wan" userId="341795a8eb526f30" providerId="LiveId" clId="{53113A84-E945-4F1B-B7AB-D7CF92B79ADB}" dt="2025-03-27T02:18:56.431" v="871" actId="1038"/>
          <ac:spMkLst>
            <pc:docMk/>
            <pc:sldMk cId="3794147351" sldId="465"/>
            <ac:spMk id="3" creationId="{4945EB3C-46DE-8464-A4D9-E1D1E77185A0}"/>
          </ac:spMkLst>
        </pc:spChg>
        <pc:spChg chg="del">
          <ac:chgData name="Cheems Wan" userId="341795a8eb526f30" providerId="LiveId" clId="{53113A84-E945-4F1B-B7AB-D7CF92B79ADB}" dt="2025-03-27T01:22:11.712" v="585" actId="478"/>
          <ac:spMkLst>
            <pc:docMk/>
            <pc:sldMk cId="3794147351" sldId="465"/>
            <ac:spMk id="6" creationId="{B558F5CC-E9D5-AA2B-44AD-00459AF75636}"/>
          </ac:spMkLst>
        </pc:spChg>
        <pc:spChg chg="mod">
          <ac:chgData name="Cheems Wan" userId="341795a8eb526f30" providerId="LiveId" clId="{53113A84-E945-4F1B-B7AB-D7CF92B79ADB}" dt="2025-03-27T01:51:35.777" v="613" actId="6549"/>
          <ac:spMkLst>
            <pc:docMk/>
            <pc:sldMk cId="3794147351" sldId="465"/>
            <ac:spMk id="9" creationId="{7865088D-55BB-D4AF-111C-511744FF56F5}"/>
          </ac:spMkLst>
        </pc:spChg>
        <pc:spChg chg="del">
          <ac:chgData name="Cheems Wan" userId="341795a8eb526f30" providerId="LiveId" clId="{53113A84-E945-4F1B-B7AB-D7CF92B79ADB}" dt="2025-03-27T01:22:11.712" v="585" actId="478"/>
          <ac:spMkLst>
            <pc:docMk/>
            <pc:sldMk cId="3794147351" sldId="465"/>
            <ac:spMk id="10" creationId="{5D70F3BF-6F9D-4E06-52C1-046BCA5AF163}"/>
          </ac:spMkLst>
        </pc:spChg>
        <pc:spChg chg="del">
          <ac:chgData name="Cheems Wan" userId="341795a8eb526f30" providerId="LiveId" clId="{53113A84-E945-4F1B-B7AB-D7CF92B79ADB}" dt="2025-03-27T01:22:11.712" v="585" actId="478"/>
          <ac:spMkLst>
            <pc:docMk/>
            <pc:sldMk cId="3794147351" sldId="465"/>
            <ac:spMk id="11" creationId="{0E6E22E6-1630-41F2-BA71-3678E3263EF9}"/>
          </ac:spMkLst>
        </pc:spChg>
        <pc:spChg chg="del">
          <ac:chgData name="Cheems Wan" userId="341795a8eb526f30" providerId="LiveId" clId="{53113A84-E945-4F1B-B7AB-D7CF92B79ADB}" dt="2025-03-27T01:22:17.610" v="588" actId="478"/>
          <ac:spMkLst>
            <pc:docMk/>
            <pc:sldMk cId="3794147351" sldId="465"/>
            <ac:spMk id="16" creationId="{8A3A0A8F-F335-1AF3-566E-6129380B543B}"/>
          </ac:spMkLst>
        </pc:spChg>
        <pc:spChg chg="del">
          <ac:chgData name="Cheems Wan" userId="341795a8eb526f30" providerId="LiveId" clId="{53113A84-E945-4F1B-B7AB-D7CF92B79ADB}" dt="2025-03-27T01:22:19.225" v="589" actId="478"/>
          <ac:spMkLst>
            <pc:docMk/>
            <pc:sldMk cId="3794147351" sldId="465"/>
            <ac:spMk id="66" creationId="{B9911117-F8B8-F5DB-E99C-89DDC09B21F6}"/>
          </ac:spMkLst>
        </pc:spChg>
        <pc:spChg chg="del">
          <ac:chgData name="Cheems Wan" userId="341795a8eb526f30" providerId="LiveId" clId="{53113A84-E945-4F1B-B7AB-D7CF92B79ADB}" dt="2025-03-27T01:22:11.712" v="585" actId="478"/>
          <ac:spMkLst>
            <pc:docMk/>
            <pc:sldMk cId="3794147351" sldId="465"/>
            <ac:spMk id="71" creationId="{484A28F8-A35F-55E6-5591-F1018C013F27}"/>
          </ac:spMkLst>
        </pc:spChg>
        <pc:spChg chg="del">
          <ac:chgData name="Cheems Wan" userId="341795a8eb526f30" providerId="LiveId" clId="{53113A84-E945-4F1B-B7AB-D7CF92B79ADB}" dt="2025-03-27T01:22:11.712" v="585" actId="478"/>
          <ac:spMkLst>
            <pc:docMk/>
            <pc:sldMk cId="3794147351" sldId="465"/>
            <ac:spMk id="72" creationId="{3DD2DA00-400A-E962-1F7E-00FB9ADF7AF3}"/>
          </ac:spMkLst>
        </pc:spChg>
        <pc:spChg chg="del">
          <ac:chgData name="Cheems Wan" userId="341795a8eb526f30" providerId="LiveId" clId="{53113A84-E945-4F1B-B7AB-D7CF92B79ADB}" dt="2025-03-27T01:22:11.712" v="585" actId="478"/>
          <ac:spMkLst>
            <pc:docMk/>
            <pc:sldMk cId="3794147351" sldId="465"/>
            <ac:spMk id="75" creationId="{AC1EEFF8-15E7-E16D-4DA9-558B00A4333D}"/>
          </ac:spMkLst>
        </pc:spChg>
        <pc:spChg chg="del">
          <ac:chgData name="Cheems Wan" userId="341795a8eb526f30" providerId="LiveId" clId="{53113A84-E945-4F1B-B7AB-D7CF92B79ADB}" dt="2025-03-27T01:22:13.656" v="587" actId="478"/>
          <ac:spMkLst>
            <pc:docMk/>
            <pc:sldMk cId="3794147351" sldId="465"/>
            <ac:spMk id="78" creationId="{DE639DA2-BFCC-BC72-C4F2-486FAB762D90}"/>
          </ac:spMkLst>
        </pc:spChg>
        <pc:spChg chg="del">
          <ac:chgData name="Cheems Wan" userId="341795a8eb526f30" providerId="LiveId" clId="{53113A84-E945-4F1B-B7AB-D7CF92B79ADB}" dt="2025-03-27T01:22:11.712" v="585" actId="478"/>
          <ac:spMkLst>
            <pc:docMk/>
            <pc:sldMk cId="3794147351" sldId="465"/>
            <ac:spMk id="82" creationId="{3FDFA307-9B7F-03D0-1FC3-7038DEC32B5D}"/>
          </ac:spMkLst>
        </pc:spChg>
        <pc:graphicFrameChg chg="del">
          <ac:chgData name="Cheems Wan" userId="341795a8eb526f30" providerId="LiveId" clId="{53113A84-E945-4F1B-B7AB-D7CF92B79ADB}" dt="2025-03-27T01:22:17.610" v="588" actId="478"/>
          <ac:graphicFrameMkLst>
            <pc:docMk/>
            <pc:sldMk cId="3794147351" sldId="465"/>
            <ac:graphicFrameMk id="14" creationId="{3011FAE0-7830-77BE-095E-D5141E56FE97}"/>
          </ac:graphicFrameMkLst>
        </pc:graphicFrameChg>
        <pc:picChg chg="add del">
          <ac:chgData name="Cheems Wan" userId="341795a8eb526f30" providerId="LiveId" clId="{53113A84-E945-4F1B-B7AB-D7CF92B79ADB}" dt="2025-03-27T01:50:52.866" v="599" actId="478"/>
          <ac:picMkLst>
            <pc:docMk/>
            <pc:sldMk cId="3794147351" sldId="465"/>
            <ac:picMk id="4" creationId="{382B8595-C120-8668-AD42-BCA1C2E78229}"/>
          </ac:picMkLst>
        </pc:picChg>
        <pc:picChg chg="add mod">
          <ac:chgData name="Cheems Wan" userId="341795a8eb526f30" providerId="LiveId" clId="{53113A84-E945-4F1B-B7AB-D7CF92B79ADB}" dt="2025-03-27T02:17:19.998" v="781" actId="1036"/>
          <ac:picMkLst>
            <pc:docMk/>
            <pc:sldMk cId="3794147351" sldId="465"/>
            <ac:picMk id="5" creationId="{045CF1A4-8CBF-D336-0D94-ABBFCE6A9B85}"/>
          </ac:picMkLst>
        </pc:picChg>
        <pc:picChg chg="add del">
          <ac:chgData name="Cheems Wan" userId="341795a8eb526f30" providerId="LiveId" clId="{53113A84-E945-4F1B-B7AB-D7CF92B79ADB}" dt="2025-03-27T01:52:34.482" v="617" actId="478"/>
          <ac:picMkLst>
            <pc:docMk/>
            <pc:sldMk cId="3794147351" sldId="465"/>
            <ac:picMk id="7" creationId="{355A819F-EB69-9ABC-C3B6-F586C48C133D}"/>
          </ac:picMkLst>
        </pc:picChg>
        <pc:picChg chg="add mod">
          <ac:chgData name="Cheems Wan" userId="341795a8eb526f30" providerId="LiveId" clId="{53113A84-E945-4F1B-B7AB-D7CF92B79ADB}" dt="2025-03-27T02:17:20.352" v="783" actId="1036"/>
          <ac:picMkLst>
            <pc:docMk/>
            <pc:sldMk cId="3794147351" sldId="465"/>
            <ac:picMk id="8" creationId="{9686CA87-8B37-5CFE-EBF1-A8AC26507921}"/>
          </ac:picMkLst>
        </pc:picChg>
        <pc:picChg chg="add mod">
          <ac:chgData name="Cheems Wan" userId="341795a8eb526f30" providerId="LiveId" clId="{53113A84-E945-4F1B-B7AB-D7CF92B79ADB}" dt="2025-03-27T02:17:20.938" v="785" actId="1036"/>
          <ac:picMkLst>
            <pc:docMk/>
            <pc:sldMk cId="3794147351" sldId="465"/>
            <ac:picMk id="12" creationId="{B7A200B1-0C08-C95F-89FE-ED0244159314}"/>
          </ac:picMkLst>
        </pc:picChg>
        <pc:picChg chg="add mod">
          <ac:chgData name="Cheems Wan" userId="341795a8eb526f30" providerId="LiveId" clId="{53113A84-E945-4F1B-B7AB-D7CF92B79ADB}" dt="2025-03-27T02:17:21.269" v="786" actId="1036"/>
          <ac:picMkLst>
            <pc:docMk/>
            <pc:sldMk cId="3794147351" sldId="465"/>
            <ac:picMk id="13" creationId="{EEC2FE2C-BFE7-5E90-0407-29FF008A7579}"/>
          </ac:picMkLst>
        </pc:picChg>
        <pc:picChg chg="add mod">
          <ac:chgData name="Cheems Wan" userId="341795a8eb526f30" providerId="LiveId" clId="{53113A84-E945-4F1B-B7AB-D7CF92B79ADB}" dt="2025-03-27T02:17:22.008" v="788" actId="1036"/>
          <ac:picMkLst>
            <pc:docMk/>
            <pc:sldMk cId="3794147351" sldId="465"/>
            <ac:picMk id="17" creationId="{1B3E4117-5C0B-110D-6244-DC04CCAB51C9}"/>
          </ac:picMkLst>
        </pc:picChg>
        <pc:picChg chg="add mod">
          <ac:chgData name="Cheems Wan" userId="341795a8eb526f30" providerId="LiveId" clId="{53113A84-E945-4F1B-B7AB-D7CF92B79ADB}" dt="2025-03-27T02:17:22.438" v="789" actId="1036"/>
          <ac:picMkLst>
            <pc:docMk/>
            <pc:sldMk cId="3794147351" sldId="465"/>
            <ac:picMk id="18" creationId="{2ABF9E06-0668-1166-A7EA-078801A8DEF8}"/>
          </ac:picMkLst>
        </pc:picChg>
        <pc:picChg chg="del">
          <ac:chgData name="Cheems Wan" userId="341795a8eb526f30" providerId="LiveId" clId="{53113A84-E945-4F1B-B7AB-D7CF92B79ADB}" dt="2025-03-27T01:49:35.015" v="591" actId="478"/>
          <ac:picMkLst>
            <pc:docMk/>
            <pc:sldMk cId="3794147351" sldId="465"/>
            <ac:picMk id="65" creationId="{5ACD1000-4C28-588B-13EC-9A075373C81E}"/>
          </ac:picMkLst>
        </pc:picChg>
        <pc:picChg chg="del">
          <ac:chgData name="Cheems Wan" userId="341795a8eb526f30" providerId="LiveId" clId="{53113A84-E945-4F1B-B7AB-D7CF92B79ADB}" dt="2025-03-27T01:22:11.712" v="585" actId="478"/>
          <ac:picMkLst>
            <pc:docMk/>
            <pc:sldMk cId="3794147351" sldId="465"/>
            <ac:picMk id="70" creationId="{252D798D-BCB1-590B-8100-D58285742A67}"/>
          </ac:picMkLst>
        </pc:picChg>
        <pc:picChg chg="del">
          <ac:chgData name="Cheems Wan" userId="341795a8eb526f30" providerId="LiveId" clId="{53113A84-E945-4F1B-B7AB-D7CF92B79ADB}" dt="2025-03-27T01:22:11.712" v="585" actId="478"/>
          <ac:picMkLst>
            <pc:docMk/>
            <pc:sldMk cId="3794147351" sldId="465"/>
            <ac:picMk id="74" creationId="{BE61186D-6048-E494-EAB8-C3A324FEAD3B}"/>
          </ac:picMkLst>
        </pc:picChg>
        <pc:picChg chg="del">
          <ac:chgData name="Cheems Wan" userId="341795a8eb526f30" providerId="LiveId" clId="{53113A84-E945-4F1B-B7AB-D7CF92B79ADB}" dt="2025-03-27T01:22:11.712" v="585" actId="478"/>
          <ac:picMkLst>
            <pc:docMk/>
            <pc:sldMk cId="3794147351" sldId="465"/>
            <ac:picMk id="77" creationId="{47CEFE4F-2A80-D637-660A-91DA28E5715D}"/>
          </ac:picMkLst>
        </pc:picChg>
        <pc:picChg chg="del">
          <ac:chgData name="Cheems Wan" userId="341795a8eb526f30" providerId="LiveId" clId="{53113A84-E945-4F1B-B7AB-D7CF92B79ADB}" dt="2025-03-27T01:22:12.493" v="586" actId="478"/>
          <ac:picMkLst>
            <pc:docMk/>
            <pc:sldMk cId="3794147351" sldId="465"/>
            <ac:picMk id="79" creationId="{44BC5058-8393-F224-1794-DE465E355F17}"/>
          </ac:picMkLst>
        </pc:picChg>
      </pc:sldChg>
      <pc:sldChg chg="del">
        <pc:chgData name="Cheems Wan" userId="341795a8eb526f30" providerId="LiveId" clId="{53113A84-E945-4F1B-B7AB-D7CF92B79ADB}" dt="2025-03-27T01:21:58.465" v="582" actId="47"/>
        <pc:sldMkLst>
          <pc:docMk/>
          <pc:sldMk cId="4181811088" sldId="466"/>
        </pc:sldMkLst>
      </pc:sldChg>
      <pc:sldChg chg="del">
        <pc:chgData name="Cheems Wan" userId="341795a8eb526f30" providerId="LiveId" clId="{53113A84-E945-4F1B-B7AB-D7CF92B79ADB}" dt="2025-03-27T01:21:50.047" v="581" actId="47"/>
        <pc:sldMkLst>
          <pc:docMk/>
          <pc:sldMk cId="3785767156" sldId="467"/>
        </pc:sldMkLst>
      </pc:sldChg>
      <pc:sldChg chg="add del">
        <pc:chgData name="Cheems Wan" userId="341795a8eb526f30" providerId="LiveId" clId="{53113A84-E945-4F1B-B7AB-D7CF92B79ADB}" dt="2025-03-27T02:34:01.270" v="1072" actId="47"/>
        <pc:sldMkLst>
          <pc:docMk/>
          <pc:sldMk cId="1733986250" sldId="468"/>
        </pc:sldMkLst>
      </pc:sldChg>
      <pc:sldChg chg="del">
        <pc:chgData name="Cheems Wan" userId="341795a8eb526f30" providerId="LiveId" clId="{53113A84-E945-4F1B-B7AB-D7CF92B79ADB}" dt="2025-03-27T01:58:13.168" v="640" actId="47"/>
        <pc:sldMkLst>
          <pc:docMk/>
          <pc:sldMk cId="926067269" sldId="469"/>
        </pc:sldMkLst>
      </pc:sldChg>
      <pc:sldChg chg="del">
        <pc:chgData name="Cheems Wan" userId="341795a8eb526f30" providerId="LiveId" clId="{53113A84-E945-4F1B-B7AB-D7CF92B79ADB}" dt="2025-03-27T01:58:15.130" v="641" actId="47"/>
        <pc:sldMkLst>
          <pc:docMk/>
          <pc:sldMk cId="3262811025" sldId="470"/>
        </pc:sldMkLst>
      </pc:sldChg>
      <pc:sldChg chg="del">
        <pc:chgData name="Cheems Wan" userId="341795a8eb526f30" providerId="LiveId" clId="{53113A84-E945-4F1B-B7AB-D7CF92B79ADB}" dt="2025-03-27T01:58:16.164" v="642" actId="47"/>
        <pc:sldMkLst>
          <pc:docMk/>
          <pc:sldMk cId="325574280" sldId="471"/>
        </pc:sldMkLst>
      </pc:sldChg>
      <pc:sldChg chg="del">
        <pc:chgData name="Cheems Wan" userId="341795a8eb526f30" providerId="LiveId" clId="{53113A84-E945-4F1B-B7AB-D7CF92B79ADB}" dt="2025-03-27T01:58:17.705" v="643" actId="47"/>
        <pc:sldMkLst>
          <pc:docMk/>
          <pc:sldMk cId="3374012754" sldId="472"/>
        </pc:sldMkLst>
      </pc:sldChg>
      <pc:sldChg chg="del">
        <pc:chgData name="Cheems Wan" userId="341795a8eb526f30" providerId="LiveId" clId="{53113A84-E945-4F1B-B7AB-D7CF92B79ADB}" dt="2025-03-27T01:58:20.156" v="644" actId="47"/>
        <pc:sldMkLst>
          <pc:docMk/>
          <pc:sldMk cId="2155172097" sldId="473"/>
        </pc:sldMkLst>
      </pc:sldChg>
      <pc:sldChg chg="del">
        <pc:chgData name="Cheems Wan" userId="341795a8eb526f30" providerId="LiveId" clId="{53113A84-E945-4F1B-B7AB-D7CF92B79ADB}" dt="2025-03-27T01:51:26.264" v="610" actId="47"/>
        <pc:sldMkLst>
          <pc:docMk/>
          <pc:sldMk cId="2858619187" sldId="474"/>
        </pc:sldMkLst>
      </pc:sldChg>
      <pc:sldChg chg="del">
        <pc:chgData name="Cheems Wan" userId="341795a8eb526f30" providerId="LiveId" clId="{53113A84-E945-4F1B-B7AB-D7CF92B79ADB}" dt="2025-03-27T01:51:25.258" v="609" actId="47"/>
        <pc:sldMkLst>
          <pc:docMk/>
          <pc:sldMk cId="209414694" sldId="475"/>
        </pc:sldMkLst>
      </pc:sldChg>
      <pc:sldChg chg="addSp delSp del mod">
        <pc:chgData name="Cheems Wan" userId="341795a8eb526f30" providerId="LiveId" clId="{53113A84-E945-4F1B-B7AB-D7CF92B79ADB}" dt="2025-03-27T01:51:23.101" v="608" actId="47"/>
        <pc:sldMkLst>
          <pc:docMk/>
          <pc:sldMk cId="2127585311" sldId="476"/>
        </pc:sldMkLst>
        <pc:spChg chg="del">
          <ac:chgData name="Cheems Wan" userId="341795a8eb526f30" providerId="LiveId" clId="{53113A84-E945-4F1B-B7AB-D7CF92B79ADB}" dt="2025-03-26T01:40:06.692" v="0" actId="478"/>
          <ac:spMkLst>
            <pc:docMk/>
            <pc:sldMk cId="2127585311" sldId="476"/>
            <ac:spMk id="6" creationId="{17167388-F815-283C-33B6-8D39006E7930}"/>
          </ac:spMkLst>
        </pc:spChg>
        <pc:picChg chg="add del">
          <ac:chgData name="Cheems Wan" userId="341795a8eb526f30" providerId="LiveId" clId="{53113A84-E945-4F1B-B7AB-D7CF92B79ADB}" dt="2025-03-26T01:52:47.694" v="2" actId="478"/>
          <ac:picMkLst>
            <pc:docMk/>
            <pc:sldMk cId="2127585311" sldId="476"/>
            <ac:picMk id="2" creationId="{14C4B163-0191-ADE2-4EF2-57C12A2B7801}"/>
          </ac:picMkLst>
        </pc:picChg>
        <pc:picChg chg="add">
          <ac:chgData name="Cheems Wan" userId="341795a8eb526f30" providerId="LiveId" clId="{53113A84-E945-4F1B-B7AB-D7CF92B79ADB}" dt="2025-03-26T01:52:47.908" v="3"/>
          <ac:picMkLst>
            <pc:docMk/>
            <pc:sldMk cId="2127585311" sldId="476"/>
            <ac:picMk id="3" creationId="{CA61E962-15B8-0353-F46A-1F80445E692B}"/>
          </ac:picMkLst>
        </pc:picChg>
        <pc:picChg chg="del">
          <ac:chgData name="Cheems Wan" userId="341795a8eb526f30" providerId="LiveId" clId="{53113A84-E945-4F1B-B7AB-D7CF92B79ADB}" dt="2025-03-26T01:40:06.692" v="0" actId="478"/>
          <ac:picMkLst>
            <pc:docMk/>
            <pc:sldMk cId="2127585311" sldId="476"/>
            <ac:picMk id="4" creationId="{64D45401-6E49-7A35-177F-CF9507667673}"/>
          </ac:picMkLst>
        </pc:picChg>
      </pc:sldChg>
      <pc:sldChg chg="add del">
        <pc:chgData name="Cheems Wan" userId="341795a8eb526f30" providerId="LiveId" clId="{53113A84-E945-4F1B-B7AB-D7CF92B79ADB}" dt="2025-03-27T00:58:13.240" v="248" actId="47"/>
        <pc:sldMkLst>
          <pc:docMk/>
          <pc:sldMk cId="3492139113" sldId="477"/>
        </pc:sldMkLst>
      </pc:sldChg>
      <pc:sldChg chg="addSp delSp modSp add mod">
        <pc:chgData name="Cheems Wan" userId="341795a8eb526f30" providerId="LiveId" clId="{53113A84-E945-4F1B-B7AB-D7CF92B79ADB}" dt="2025-03-27T01:19:37.388" v="561" actId="1038"/>
        <pc:sldMkLst>
          <pc:docMk/>
          <pc:sldMk cId="3735275404" sldId="478"/>
        </pc:sldMkLst>
        <pc:spChg chg="add mod">
          <ac:chgData name="Cheems Wan" userId="341795a8eb526f30" providerId="LiveId" clId="{53113A84-E945-4F1B-B7AB-D7CF92B79ADB}" dt="2025-03-27T01:18:06.929" v="430" actId="1035"/>
          <ac:spMkLst>
            <pc:docMk/>
            <pc:sldMk cId="3735275404" sldId="478"/>
            <ac:spMk id="3" creationId="{9E156A32-2B38-7425-42A2-FE1D87EE7871}"/>
          </ac:spMkLst>
        </pc:spChg>
        <pc:spChg chg="add del mod">
          <ac:chgData name="Cheems Wan" userId="341795a8eb526f30" providerId="LiveId" clId="{53113A84-E945-4F1B-B7AB-D7CF92B79ADB}" dt="2025-03-27T01:04:06.631" v="298" actId="478"/>
          <ac:spMkLst>
            <pc:docMk/>
            <pc:sldMk cId="3735275404" sldId="478"/>
            <ac:spMk id="4" creationId="{3BD969FF-1F05-873A-30D6-9DB689B52CB0}"/>
          </ac:spMkLst>
        </pc:spChg>
        <pc:spChg chg="mod">
          <ac:chgData name="Cheems Wan" userId="341795a8eb526f30" providerId="LiveId" clId="{53113A84-E945-4F1B-B7AB-D7CF92B79ADB}" dt="2025-03-27T01:18:06.929" v="430" actId="1035"/>
          <ac:spMkLst>
            <pc:docMk/>
            <pc:sldMk cId="3735275404" sldId="478"/>
            <ac:spMk id="5" creationId="{CCAB128F-F91E-F699-926D-067DF2D4BD96}"/>
          </ac:spMkLst>
        </pc:spChg>
        <pc:spChg chg="add mod">
          <ac:chgData name="Cheems Wan" userId="341795a8eb526f30" providerId="LiveId" clId="{53113A84-E945-4F1B-B7AB-D7CF92B79ADB}" dt="2025-03-27T01:18:09.500" v="442" actId="1035"/>
          <ac:spMkLst>
            <pc:docMk/>
            <pc:sldMk cId="3735275404" sldId="478"/>
            <ac:spMk id="6" creationId="{1524CDB6-CBC4-C9A1-6CD7-B6A174864D56}"/>
          </ac:spMkLst>
        </pc:spChg>
        <pc:spChg chg="add del mod">
          <ac:chgData name="Cheems Wan" userId="341795a8eb526f30" providerId="LiveId" clId="{53113A84-E945-4F1B-B7AB-D7CF92B79ADB}" dt="2025-03-27T01:16:40.400" v="389" actId="478"/>
          <ac:spMkLst>
            <pc:docMk/>
            <pc:sldMk cId="3735275404" sldId="478"/>
            <ac:spMk id="8" creationId="{B4EC9AD6-12A1-D3C8-571F-344C8079CC1E}"/>
          </ac:spMkLst>
        </pc:spChg>
        <pc:spChg chg="add mod">
          <ac:chgData name="Cheems Wan" userId="341795a8eb526f30" providerId="LiveId" clId="{53113A84-E945-4F1B-B7AB-D7CF92B79ADB}" dt="2025-03-27T01:18:27.589" v="463" actId="6549"/>
          <ac:spMkLst>
            <pc:docMk/>
            <pc:sldMk cId="3735275404" sldId="478"/>
            <ac:spMk id="10" creationId="{AE06C1A6-9AB5-1CF9-553B-11676F04C63E}"/>
          </ac:spMkLst>
        </pc:spChg>
        <pc:spChg chg="add mod">
          <ac:chgData name="Cheems Wan" userId="341795a8eb526f30" providerId="LiveId" clId="{53113A84-E945-4F1B-B7AB-D7CF92B79ADB}" dt="2025-03-27T01:18:12.884" v="459" actId="1036"/>
          <ac:spMkLst>
            <pc:docMk/>
            <pc:sldMk cId="3735275404" sldId="478"/>
            <ac:spMk id="11" creationId="{BB3E0E4D-23C5-5859-9FF9-6A0B0FB5FB00}"/>
          </ac:spMkLst>
        </pc:spChg>
        <pc:spChg chg="add mod">
          <ac:chgData name="Cheems Wan" userId="341795a8eb526f30" providerId="LiveId" clId="{53113A84-E945-4F1B-B7AB-D7CF92B79ADB}" dt="2025-03-27T01:19:35.472" v="555" actId="1038"/>
          <ac:spMkLst>
            <pc:docMk/>
            <pc:sldMk cId="3735275404" sldId="478"/>
            <ac:spMk id="13" creationId="{686B3086-6DB3-5FBB-5112-5626E2E209D9}"/>
          </ac:spMkLst>
        </pc:spChg>
        <pc:spChg chg="del mod">
          <ac:chgData name="Cheems Wan" userId="341795a8eb526f30" providerId="LiveId" clId="{53113A84-E945-4F1B-B7AB-D7CF92B79ADB}" dt="2025-03-27T01:08:05.122" v="359" actId="478"/>
          <ac:spMkLst>
            <pc:docMk/>
            <pc:sldMk cId="3735275404" sldId="478"/>
            <ac:spMk id="18" creationId="{7AA20B79-1F7C-4717-71B1-1ECCF4EE12EE}"/>
          </ac:spMkLst>
        </pc:spChg>
        <pc:spChg chg="mod">
          <ac:chgData name="Cheems Wan" userId="341795a8eb526f30" providerId="LiveId" clId="{53113A84-E945-4F1B-B7AB-D7CF92B79ADB}" dt="2025-03-27T01:18:00.285" v="420" actId="14100"/>
          <ac:spMkLst>
            <pc:docMk/>
            <pc:sldMk cId="3735275404" sldId="478"/>
            <ac:spMk id="23" creationId="{7F17D0BB-2E52-2405-4A8C-6950B11A12C7}"/>
          </ac:spMkLst>
        </pc:spChg>
        <pc:picChg chg="add">
          <ac:chgData name="Cheems Wan" userId="341795a8eb526f30" providerId="LiveId" clId="{53113A84-E945-4F1B-B7AB-D7CF92B79ADB}" dt="2025-03-27T01:01:26.259" v="261"/>
          <ac:picMkLst>
            <pc:docMk/>
            <pc:sldMk cId="3735275404" sldId="478"/>
            <ac:picMk id="2" creationId="{55FD7D57-A058-3916-9BD8-FD4778DD3448}"/>
          </ac:picMkLst>
        </pc:picChg>
        <pc:picChg chg="add mod">
          <ac:chgData name="Cheems Wan" userId="341795a8eb526f30" providerId="LiveId" clId="{53113A84-E945-4F1B-B7AB-D7CF92B79ADB}" dt="2025-03-27T01:19:37.388" v="561" actId="1038"/>
          <ac:picMkLst>
            <pc:docMk/>
            <pc:sldMk cId="3735275404" sldId="478"/>
            <ac:picMk id="12" creationId="{C478F1F6-CDDD-B34F-288E-F5AF50D06512}"/>
          </ac:picMkLst>
        </pc:picChg>
      </pc:sldChg>
      <pc:sldChg chg="addSp delSp modSp add mod">
        <pc:chgData name="Cheems Wan" userId="341795a8eb526f30" providerId="LiveId" clId="{53113A84-E945-4F1B-B7AB-D7CF92B79ADB}" dt="2025-03-27T02:43:21.521" v="1165" actId="1076"/>
        <pc:sldMkLst>
          <pc:docMk/>
          <pc:sldMk cId="3109277298" sldId="479"/>
        </pc:sldMkLst>
        <pc:spChg chg="mod">
          <ac:chgData name="Cheems Wan" userId="341795a8eb526f30" providerId="LiveId" clId="{53113A84-E945-4F1B-B7AB-D7CF92B79ADB}" dt="2025-03-27T02:21:26.320" v="923" actId="1076"/>
          <ac:spMkLst>
            <pc:docMk/>
            <pc:sldMk cId="3109277298" sldId="479"/>
            <ac:spMk id="3" creationId="{498A643E-F537-1FDF-7A09-810A7A808A7C}"/>
          </ac:spMkLst>
        </pc:spChg>
        <pc:spChg chg="add mod">
          <ac:chgData name="Cheems Wan" userId="341795a8eb526f30" providerId="LiveId" clId="{53113A84-E945-4F1B-B7AB-D7CF92B79ADB}" dt="2025-03-27T02:21:28.412" v="924" actId="1076"/>
          <ac:spMkLst>
            <pc:docMk/>
            <pc:sldMk cId="3109277298" sldId="479"/>
            <ac:spMk id="4" creationId="{967EE74B-E582-1993-1E04-BCB7779DE08B}"/>
          </ac:spMkLst>
        </pc:spChg>
        <pc:spChg chg="add mod">
          <ac:chgData name="Cheems Wan" userId="341795a8eb526f30" providerId="LiveId" clId="{53113A84-E945-4F1B-B7AB-D7CF92B79ADB}" dt="2025-03-27T02:27:23.839" v="1049" actId="1076"/>
          <ac:spMkLst>
            <pc:docMk/>
            <pc:sldMk cId="3109277298" sldId="479"/>
            <ac:spMk id="10" creationId="{7F7F8111-EB6B-F901-DE1B-5A20539D2A40}"/>
          </ac:spMkLst>
        </pc:spChg>
        <pc:picChg chg="add mod">
          <ac:chgData name="Cheems Wan" userId="341795a8eb526f30" providerId="LiveId" clId="{53113A84-E945-4F1B-B7AB-D7CF92B79ADB}" dt="2025-03-27T02:23:42.553" v="955" actId="1076"/>
          <ac:picMkLst>
            <pc:docMk/>
            <pc:sldMk cId="3109277298" sldId="479"/>
            <ac:picMk id="2" creationId="{1E077DD4-70A0-6E11-1E9A-8396AB83C00C}"/>
          </ac:picMkLst>
        </pc:picChg>
        <pc:picChg chg="del">
          <ac:chgData name="Cheems Wan" userId="341795a8eb526f30" providerId="LiveId" clId="{53113A84-E945-4F1B-B7AB-D7CF92B79ADB}" dt="2025-03-27T02:00:45.576" v="659" actId="478"/>
          <ac:picMkLst>
            <pc:docMk/>
            <pc:sldMk cId="3109277298" sldId="479"/>
            <ac:picMk id="5" creationId="{45A948D3-DD8F-91FB-1D15-FE3085E1B160}"/>
          </ac:picMkLst>
        </pc:picChg>
        <pc:picChg chg="add mod">
          <ac:chgData name="Cheems Wan" userId="341795a8eb526f30" providerId="LiveId" clId="{53113A84-E945-4F1B-B7AB-D7CF92B79ADB}" dt="2025-03-27T02:23:43.879" v="956" actId="1076"/>
          <ac:picMkLst>
            <pc:docMk/>
            <pc:sldMk cId="3109277298" sldId="479"/>
            <ac:picMk id="5" creationId="{9B5B9706-A4FC-4DB0-3E48-ACF8801A13D8}"/>
          </ac:picMkLst>
        </pc:picChg>
        <pc:picChg chg="add mod">
          <ac:chgData name="Cheems Wan" userId="341795a8eb526f30" providerId="LiveId" clId="{53113A84-E945-4F1B-B7AB-D7CF92B79ADB}" dt="2025-03-27T02:23:49.555" v="959" actId="1076"/>
          <ac:picMkLst>
            <pc:docMk/>
            <pc:sldMk cId="3109277298" sldId="479"/>
            <ac:picMk id="6" creationId="{1BA8B9DE-DB62-4EAF-56FB-3E8137F3F192}"/>
          </ac:picMkLst>
        </pc:picChg>
        <pc:picChg chg="add mod">
          <ac:chgData name="Cheems Wan" userId="341795a8eb526f30" providerId="LiveId" clId="{53113A84-E945-4F1B-B7AB-D7CF92B79ADB}" dt="2025-03-27T02:23:56.167" v="964" actId="1036"/>
          <ac:picMkLst>
            <pc:docMk/>
            <pc:sldMk cId="3109277298" sldId="479"/>
            <ac:picMk id="7" creationId="{57D8224B-D749-DC3F-7CED-9790107665F8}"/>
          </ac:picMkLst>
        </pc:picChg>
        <pc:picChg chg="del">
          <ac:chgData name="Cheems Wan" userId="341795a8eb526f30" providerId="LiveId" clId="{53113A84-E945-4F1B-B7AB-D7CF92B79ADB}" dt="2025-03-27T02:00:48.301" v="660" actId="478"/>
          <ac:picMkLst>
            <pc:docMk/>
            <pc:sldMk cId="3109277298" sldId="479"/>
            <ac:picMk id="8" creationId="{6702C6F8-7BA2-0DE2-76AE-53CEC3411A8E}"/>
          </ac:picMkLst>
        </pc:picChg>
        <pc:picChg chg="add mod">
          <ac:chgData name="Cheems Wan" userId="341795a8eb526f30" providerId="LiveId" clId="{53113A84-E945-4F1B-B7AB-D7CF92B79ADB}" dt="2025-03-27T02:23:59.825" v="965" actId="1076"/>
          <ac:picMkLst>
            <pc:docMk/>
            <pc:sldMk cId="3109277298" sldId="479"/>
            <ac:picMk id="8" creationId="{AFFDDAD3-798D-C588-FC36-97F2873A2DE8}"/>
          </ac:picMkLst>
        </pc:picChg>
        <pc:picChg chg="add mod">
          <ac:chgData name="Cheems Wan" userId="341795a8eb526f30" providerId="LiveId" clId="{53113A84-E945-4F1B-B7AB-D7CF92B79ADB}" dt="2025-03-27T02:43:21.521" v="1165" actId="1076"/>
          <ac:picMkLst>
            <pc:docMk/>
            <pc:sldMk cId="3109277298" sldId="479"/>
            <ac:picMk id="11" creationId="{6A72343A-F0F5-1AE2-5168-2FA9205DD96C}"/>
          </ac:picMkLst>
        </pc:picChg>
        <pc:picChg chg="del">
          <ac:chgData name="Cheems Wan" userId="341795a8eb526f30" providerId="LiveId" clId="{53113A84-E945-4F1B-B7AB-D7CF92B79ADB}" dt="2025-03-27T02:00:48.301" v="660" actId="478"/>
          <ac:picMkLst>
            <pc:docMk/>
            <pc:sldMk cId="3109277298" sldId="479"/>
            <ac:picMk id="12" creationId="{64EC6C6A-92F6-83A0-8932-6968714BAC3F}"/>
          </ac:picMkLst>
        </pc:picChg>
        <pc:picChg chg="del">
          <ac:chgData name="Cheems Wan" userId="341795a8eb526f30" providerId="LiveId" clId="{53113A84-E945-4F1B-B7AB-D7CF92B79ADB}" dt="2025-03-27T02:00:48.301" v="660" actId="478"/>
          <ac:picMkLst>
            <pc:docMk/>
            <pc:sldMk cId="3109277298" sldId="479"/>
            <ac:picMk id="13" creationId="{3FFB8990-3CA6-FB68-186D-490B49570FCC}"/>
          </ac:picMkLst>
        </pc:picChg>
        <pc:picChg chg="del">
          <ac:chgData name="Cheems Wan" userId="341795a8eb526f30" providerId="LiveId" clId="{53113A84-E945-4F1B-B7AB-D7CF92B79ADB}" dt="2025-03-27T02:00:48.301" v="660" actId="478"/>
          <ac:picMkLst>
            <pc:docMk/>
            <pc:sldMk cId="3109277298" sldId="479"/>
            <ac:picMk id="17" creationId="{DC5ADB9E-C867-CBDC-1B84-2D209FF2AB06}"/>
          </ac:picMkLst>
        </pc:picChg>
        <pc:picChg chg="del">
          <ac:chgData name="Cheems Wan" userId="341795a8eb526f30" providerId="LiveId" clId="{53113A84-E945-4F1B-B7AB-D7CF92B79ADB}" dt="2025-03-27T02:00:48.729" v="661" actId="478"/>
          <ac:picMkLst>
            <pc:docMk/>
            <pc:sldMk cId="3109277298" sldId="479"/>
            <ac:picMk id="18" creationId="{706E6EB7-4478-BBC9-B5D5-F2E747D6DF03}"/>
          </ac:picMkLst>
        </pc:picChg>
      </pc:sldChg>
      <pc:sldChg chg="addSp delSp modSp add mod">
        <pc:chgData name="Cheems Wan" userId="341795a8eb526f30" providerId="LiveId" clId="{53113A84-E945-4F1B-B7AB-D7CF92B79ADB}" dt="2025-03-27T02:20:19.141" v="881" actId="1076"/>
        <pc:sldMkLst>
          <pc:docMk/>
          <pc:sldMk cId="824468552" sldId="480"/>
        </pc:sldMkLst>
        <pc:spChg chg="mod">
          <ac:chgData name="Cheems Wan" userId="341795a8eb526f30" providerId="LiveId" clId="{53113A84-E945-4F1B-B7AB-D7CF92B79ADB}" dt="2025-03-27T02:01:09.072" v="667"/>
          <ac:spMkLst>
            <pc:docMk/>
            <pc:sldMk cId="824468552" sldId="480"/>
            <ac:spMk id="3" creationId="{8F4D63E8-F204-AEAA-0AE4-D12B76CE171C}"/>
          </ac:spMkLst>
        </pc:spChg>
        <pc:picChg chg="add mod">
          <ac:chgData name="Cheems Wan" userId="341795a8eb526f30" providerId="LiveId" clId="{53113A84-E945-4F1B-B7AB-D7CF92B79ADB}" dt="2025-03-27T02:05:09.246" v="673" actId="1076"/>
          <ac:picMkLst>
            <pc:docMk/>
            <pc:sldMk cId="824468552" sldId="480"/>
            <ac:picMk id="2" creationId="{DA0E6568-2CB0-DBAD-5440-0EBC2A361A41}"/>
          </ac:picMkLst>
        </pc:picChg>
        <pc:picChg chg="add del mod">
          <ac:chgData name="Cheems Wan" userId="341795a8eb526f30" providerId="LiveId" clId="{53113A84-E945-4F1B-B7AB-D7CF92B79ADB}" dt="2025-03-27T02:19:15.875" v="876" actId="478"/>
          <ac:picMkLst>
            <pc:docMk/>
            <pc:sldMk cId="824468552" sldId="480"/>
            <ac:picMk id="4" creationId="{0B94DC01-6E5E-ED21-C1EF-AB06AA025BF2}"/>
          </ac:picMkLst>
        </pc:picChg>
        <pc:picChg chg="del">
          <ac:chgData name="Cheems Wan" userId="341795a8eb526f30" providerId="LiveId" clId="{53113A84-E945-4F1B-B7AB-D7CF92B79ADB}" dt="2025-03-27T02:01:15.964" v="668" actId="478"/>
          <ac:picMkLst>
            <pc:docMk/>
            <pc:sldMk cId="824468552" sldId="480"/>
            <ac:picMk id="5" creationId="{8382F1A2-DF7E-96B2-99A8-4578AEA0DBD7}"/>
          </ac:picMkLst>
        </pc:picChg>
        <pc:picChg chg="add mod">
          <ac:chgData name="Cheems Wan" userId="341795a8eb526f30" providerId="LiveId" clId="{53113A84-E945-4F1B-B7AB-D7CF92B79ADB}" dt="2025-03-27T02:20:19.141" v="881" actId="1076"/>
          <ac:picMkLst>
            <pc:docMk/>
            <pc:sldMk cId="824468552" sldId="480"/>
            <ac:picMk id="5" creationId="{89D79CEF-D3F6-2C79-B8D7-E1D9355F1203}"/>
          </ac:picMkLst>
        </pc:picChg>
        <pc:picChg chg="del">
          <ac:chgData name="Cheems Wan" userId="341795a8eb526f30" providerId="LiveId" clId="{53113A84-E945-4F1B-B7AB-D7CF92B79ADB}" dt="2025-03-27T02:01:15.964" v="668" actId="478"/>
          <ac:picMkLst>
            <pc:docMk/>
            <pc:sldMk cId="824468552" sldId="480"/>
            <ac:picMk id="8" creationId="{EB67556A-399B-A176-49AC-93E6A642CFD1}"/>
          </ac:picMkLst>
        </pc:picChg>
        <pc:picChg chg="del">
          <ac:chgData name="Cheems Wan" userId="341795a8eb526f30" providerId="LiveId" clId="{53113A84-E945-4F1B-B7AB-D7CF92B79ADB}" dt="2025-03-27T02:01:15.964" v="668" actId="478"/>
          <ac:picMkLst>
            <pc:docMk/>
            <pc:sldMk cId="824468552" sldId="480"/>
            <ac:picMk id="12" creationId="{C3458E6B-E89B-1ACD-D19F-D09F8F23B326}"/>
          </ac:picMkLst>
        </pc:picChg>
        <pc:picChg chg="del">
          <ac:chgData name="Cheems Wan" userId="341795a8eb526f30" providerId="LiveId" clId="{53113A84-E945-4F1B-B7AB-D7CF92B79ADB}" dt="2025-03-27T02:01:16.596" v="669" actId="478"/>
          <ac:picMkLst>
            <pc:docMk/>
            <pc:sldMk cId="824468552" sldId="480"/>
            <ac:picMk id="13" creationId="{36BBDBFF-7314-CC45-C304-3D25B5757DE0}"/>
          </ac:picMkLst>
        </pc:picChg>
        <pc:picChg chg="del">
          <ac:chgData name="Cheems Wan" userId="341795a8eb526f30" providerId="LiveId" clId="{53113A84-E945-4F1B-B7AB-D7CF92B79ADB}" dt="2025-03-27T02:01:16.983" v="670" actId="478"/>
          <ac:picMkLst>
            <pc:docMk/>
            <pc:sldMk cId="824468552" sldId="480"/>
            <ac:picMk id="17" creationId="{D67A13AD-A09D-3813-D971-116E8A4AD703}"/>
          </ac:picMkLst>
        </pc:picChg>
        <pc:picChg chg="del">
          <ac:chgData name="Cheems Wan" userId="341795a8eb526f30" providerId="LiveId" clId="{53113A84-E945-4F1B-B7AB-D7CF92B79ADB}" dt="2025-03-27T02:01:17.501" v="671" actId="478"/>
          <ac:picMkLst>
            <pc:docMk/>
            <pc:sldMk cId="824468552" sldId="480"/>
            <ac:picMk id="18" creationId="{D6A96F7C-75AD-881E-9475-0F28314A8313}"/>
          </ac:picMkLst>
        </pc:picChg>
      </pc:sldChg>
      <pc:sldChg chg="addSp delSp modSp add mod">
        <pc:chgData name="Cheems Wan" userId="341795a8eb526f30" providerId="LiveId" clId="{53113A84-E945-4F1B-B7AB-D7CF92B79ADB}" dt="2025-03-27T03:01:47.607" v="1170" actId="14100"/>
        <pc:sldMkLst>
          <pc:docMk/>
          <pc:sldMk cId="3975823008" sldId="481"/>
        </pc:sldMkLst>
        <pc:spChg chg="mod">
          <ac:chgData name="Cheems Wan" userId="341795a8eb526f30" providerId="LiveId" clId="{53113A84-E945-4F1B-B7AB-D7CF92B79ADB}" dt="2025-03-27T02:27:10.810" v="1046" actId="1076"/>
          <ac:spMkLst>
            <pc:docMk/>
            <pc:sldMk cId="3975823008" sldId="481"/>
            <ac:spMk id="3" creationId="{A3E57852-9AF5-8BFE-DAB3-AA72D2D106A3}"/>
          </ac:spMkLst>
        </pc:spChg>
        <pc:spChg chg="del mod">
          <ac:chgData name="Cheems Wan" userId="341795a8eb526f30" providerId="LiveId" clId="{53113A84-E945-4F1B-B7AB-D7CF92B79ADB}" dt="2025-03-27T02:27:19.605" v="1047" actId="21"/>
          <ac:spMkLst>
            <pc:docMk/>
            <pc:sldMk cId="3975823008" sldId="481"/>
            <ac:spMk id="4" creationId="{7F7F8111-EB6B-F901-DE1B-5A20539D2A40}"/>
          </ac:spMkLst>
        </pc:spChg>
        <pc:spChg chg="add mod">
          <ac:chgData name="Cheems Wan" userId="341795a8eb526f30" providerId="LiveId" clId="{53113A84-E945-4F1B-B7AB-D7CF92B79ADB}" dt="2025-03-27T02:34:59.231" v="1084" actId="1076"/>
          <ac:spMkLst>
            <pc:docMk/>
            <pc:sldMk cId="3975823008" sldId="481"/>
            <ac:spMk id="14" creationId="{ACC399DA-3622-2226-A291-B359E9D1435B}"/>
          </ac:spMkLst>
        </pc:spChg>
        <pc:spChg chg="mod">
          <ac:chgData name="Cheems Wan" userId="341795a8eb526f30" providerId="LiveId" clId="{53113A84-E945-4F1B-B7AB-D7CF92B79ADB}" dt="2025-03-27T02:24:53.118" v="968" actId="1076"/>
          <ac:spMkLst>
            <pc:docMk/>
            <pc:sldMk cId="3975823008" sldId="481"/>
            <ac:spMk id="15" creationId="{FCD7EE3D-5801-7B84-A85C-5A9F6608A93D}"/>
          </ac:spMkLst>
        </pc:spChg>
        <pc:spChg chg="add mod">
          <ac:chgData name="Cheems Wan" userId="341795a8eb526f30" providerId="LiveId" clId="{53113A84-E945-4F1B-B7AB-D7CF92B79ADB}" dt="2025-03-27T02:36:46.406" v="1114" actId="1076"/>
          <ac:spMkLst>
            <pc:docMk/>
            <pc:sldMk cId="3975823008" sldId="481"/>
            <ac:spMk id="16" creationId="{3A481C1C-4F0E-0D4F-953F-2114C1F7CB95}"/>
          </ac:spMkLst>
        </pc:spChg>
        <pc:spChg chg="add mod">
          <ac:chgData name="Cheems Wan" userId="341795a8eb526f30" providerId="LiveId" clId="{53113A84-E945-4F1B-B7AB-D7CF92B79ADB}" dt="2025-03-27T02:35:10.408" v="1088" actId="1076"/>
          <ac:spMkLst>
            <pc:docMk/>
            <pc:sldMk cId="3975823008" sldId="481"/>
            <ac:spMk id="17" creationId="{E5D2F94F-CF32-2455-C9C6-4D8871659948}"/>
          </ac:spMkLst>
        </pc:spChg>
        <pc:spChg chg="add mod">
          <ac:chgData name="Cheems Wan" userId="341795a8eb526f30" providerId="LiveId" clId="{53113A84-E945-4F1B-B7AB-D7CF92B79ADB}" dt="2025-03-27T02:42:33.280" v="1155" actId="1076"/>
          <ac:spMkLst>
            <pc:docMk/>
            <pc:sldMk cId="3975823008" sldId="481"/>
            <ac:spMk id="19" creationId="{89F38DEF-66A9-54FD-3EF6-986DF89B033C}"/>
          </ac:spMkLst>
        </pc:spChg>
        <pc:picChg chg="del">
          <ac:chgData name="Cheems Wan" userId="341795a8eb526f30" providerId="LiveId" clId="{53113A84-E945-4F1B-B7AB-D7CF92B79ADB}" dt="2025-03-27T02:24:55.489" v="969" actId="478"/>
          <ac:picMkLst>
            <pc:docMk/>
            <pc:sldMk cId="3975823008" sldId="481"/>
            <ac:picMk id="2" creationId="{D49DCFBB-93F3-516A-2BB2-135EFD6158F3}"/>
          </ac:picMkLst>
        </pc:picChg>
        <pc:picChg chg="del">
          <ac:chgData name="Cheems Wan" userId="341795a8eb526f30" providerId="LiveId" clId="{53113A84-E945-4F1B-B7AB-D7CF92B79ADB}" dt="2025-03-27T02:24:55.489" v="969" actId="478"/>
          <ac:picMkLst>
            <pc:docMk/>
            <pc:sldMk cId="3975823008" sldId="481"/>
            <ac:picMk id="5" creationId="{EEBA5B19-DCD8-EC5D-71EE-7E72F8B736A2}"/>
          </ac:picMkLst>
        </pc:picChg>
        <pc:picChg chg="del">
          <ac:chgData name="Cheems Wan" userId="341795a8eb526f30" providerId="LiveId" clId="{53113A84-E945-4F1B-B7AB-D7CF92B79ADB}" dt="2025-03-27T02:24:55.489" v="969" actId="478"/>
          <ac:picMkLst>
            <pc:docMk/>
            <pc:sldMk cId="3975823008" sldId="481"/>
            <ac:picMk id="6" creationId="{95FDFE60-9FEB-2D20-7BE0-8908D15329C3}"/>
          </ac:picMkLst>
        </pc:picChg>
        <pc:picChg chg="del">
          <ac:chgData name="Cheems Wan" userId="341795a8eb526f30" providerId="LiveId" clId="{53113A84-E945-4F1B-B7AB-D7CF92B79ADB}" dt="2025-03-27T02:24:55.948" v="970" actId="478"/>
          <ac:picMkLst>
            <pc:docMk/>
            <pc:sldMk cId="3975823008" sldId="481"/>
            <ac:picMk id="7" creationId="{A1ECA7AF-CEE0-F019-CA1D-E7017F27D1E3}"/>
          </ac:picMkLst>
        </pc:picChg>
        <pc:picChg chg="del">
          <ac:chgData name="Cheems Wan" userId="341795a8eb526f30" providerId="LiveId" clId="{53113A84-E945-4F1B-B7AB-D7CF92B79ADB}" dt="2025-03-27T02:24:56.278" v="971" actId="478"/>
          <ac:picMkLst>
            <pc:docMk/>
            <pc:sldMk cId="3975823008" sldId="481"/>
            <ac:picMk id="8" creationId="{AB84DF2C-5B59-C52A-54B7-6E99576E4CF9}"/>
          </ac:picMkLst>
        </pc:picChg>
        <pc:picChg chg="add del mod">
          <ac:chgData name="Cheems Wan" userId="341795a8eb526f30" providerId="LiveId" clId="{53113A84-E945-4F1B-B7AB-D7CF92B79ADB}" dt="2025-03-27T02:29:27.305" v="1053" actId="478"/>
          <ac:picMkLst>
            <pc:docMk/>
            <pc:sldMk cId="3975823008" sldId="481"/>
            <ac:picMk id="10" creationId="{ABBEBCD3-E0C9-C6D5-F85F-051EE432F53D}"/>
          </ac:picMkLst>
        </pc:picChg>
        <pc:picChg chg="add mod">
          <ac:chgData name="Cheems Wan" userId="341795a8eb526f30" providerId="LiveId" clId="{53113A84-E945-4F1B-B7AB-D7CF92B79ADB}" dt="2025-03-27T02:36:27.029" v="1104" actId="1037"/>
          <ac:picMkLst>
            <pc:docMk/>
            <pc:sldMk cId="3975823008" sldId="481"/>
            <ac:picMk id="11" creationId="{C2C466ED-76A7-C001-7CD7-253EFD4EDCFE}"/>
          </ac:picMkLst>
        </pc:picChg>
        <pc:picChg chg="add mod">
          <ac:chgData name="Cheems Wan" userId="341795a8eb526f30" providerId="LiveId" clId="{53113A84-E945-4F1B-B7AB-D7CF92B79ADB}" dt="2025-03-27T02:36:27.029" v="1104" actId="1037"/>
          <ac:picMkLst>
            <pc:docMk/>
            <pc:sldMk cId="3975823008" sldId="481"/>
            <ac:picMk id="12" creationId="{721A7A30-2CA2-EEDD-CE97-ECB0F56F9A49}"/>
          </ac:picMkLst>
        </pc:picChg>
        <pc:picChg chg="add mod">
          <ac:chgData name="Cheems Wan" userId="341795a8eb526f30" providerId="LiveId" clId="{53113A84-E945-4F1B-B7AB-D7CF92B79ADB}" dt="2025-03-27T02:36:55.604" v="1118" actId="1076"/>
          <ac:picMkLst>
            <pc:docMk/>
            <pc:sldMk cId="3975823008" sldId="481"/>
            <ac:picMk id="13" creationId="{CBE4B18B-432F-7A11-CC9B-218241CB4E13}"/>
          </ac:picMkLst>
        </pc:picChg>
        <pc:picChg chg="add mod">
          <ac:chgData name="Cheems Wan" userId="341795a8eb526f30" providerId="LiveId" clId="{53113A84-E945-4F1B-B7AB-D7CF92B79ADB}" dt="2025-03-27T02:36:22.362" v="1096" actId="1076"/>
          <ac:picMkLst>
            <pc:docMk/>
            <pc:sldMk cId="3975823008" sldId="481"/>
            <ac:picMk id="18" creationId="{3E954354-C4DB-0A5A-CED4-451FEE0E1240}"/>
          </ac:picMkLst>
        </pc:picChg>
        <pc:picChg chg="add mod">
          <ac:chgData name="Cheems Wan" userId="341795a8eb526f30" providerId="LiveId" clId="{53113A84-E945-4F1B-B7AB-D7CF92B79ADB}" dt="2025-03-27T03:01:47.607" v="1170" actId="14100"/>
          <ac:picMkLst>
            <pc:docMk/>
            <pc:sldMk cId="3975823008" sldId="481"/>
            <ac:picMk id="20" creationId="{3BDF76DA-EA44-C4D6-4770-B65F6C7BA6E6}"/>
          </ac:picMkLst>
        </pc:picChg>
      </pc:sldChg>
      <pc:sldChg chg="addSp delSp modSp add mod">
        <pc:chgData name="Cheems Wan" userId="341795a8eb526f30" providerId="LiveId" clId="{53113A84-E945-4F1B-B7AB-D7CF92B79ADB}" dt="2025-03-27T03:13:17.536" v="1294" actId="1076"/>
        <pc:sldMkLst>
          <pc:docMk/>
          <pc:sldMk cId="1630629510" sldId="482"/>
        </pc:sldMkLst>
        <pc:spChg chg="mod">
          <ac:chgData name="Cheems Wan" userId="341795a8eb526f30" providerId="LiveId" clId="{53113A84-E945-4F1B-B7AB-D7CF92B79ADB}" dt="2025-03-27T02:39:20.947" v="1135" actId="1076"/>
          <ac:spMkLst>
            <pc:docMk/>
            <pc:sldMk cId="1630629510" sldId="482"/>
            <ac:spMk id="3" creationId="{185583FE-E22F-13D3-0C2B-3708DF5740B2}"/>
          </ac:spMkLst>
        </pc:spChg>
        <pc:spChg chg="del mod">
          <ac:chgData name="Cheems Wan" userId="341795a8eb526f30" providerId="LiveId" clId="{53113A84-E945-4F1B-B7AB-D7CF92B79ADB}" dt="2025-03-27T02:38:53.893" v="1130" actId="478"/>
          <ac:spMkLst>
            <pc:docMk/>
            <pc:sldMk cId="1630629510" sldId="482"/>
            <ac:spMk id="4" creationId="{720D1495-8C0B-6355-0131-C4DC936403BD}"/>
          </ac:spMkLst>
        </pc:spChg>
        <pc:spChg chg="del">
          <ac:chgData name="Cheems Wan" userId="341795a8eb526f30" providerId="LiveId" clId="{53113A84-E945-4F1B-B7AB-D7CF92B79ADB}" dt="2025-03-27T02:38:33.066" v="1126" actId="478"/>
          <ac:spMkLst>
            <pc:docMk/>
            <pc:sldMk cId="1630629510" sldId="482"/>
            <ac:spMk id="10" creationId="{2897C40E-C8E8-FA1C-1C96-A155546ED874}"/>
          </ac:spMkLst>
        </pc:spChg>
        <pc:spChg chg="add mod">
          <ac:chgData name="Cheems Wan" userId="341795a8eb526f30" providerId="LiveId" clId="{53113A84-E945-4F1B-B7AB-D7CF92B79ADB}" dt="2025-03-27T02:40:08.768" v="1148" actId="6549"/>
          <ac:spMkLst>
            <pc:docMk/>
            <pc:sldMk cId="1630629510" sldId="482"/>
            <ac:spMk id="13" creationId="{88E86AB4-E909-FA8C-9875-A0E67356689F}"/>
          </ac:spMkLst>
        </pc:spChg>
        <pc:picChg chg="del">
          <ac:chgData name="Cheems Wan" userId="341795a8eb526f30" providerId="LiveId" clId="{53113A84-E945-4F1B-B7AB-D7CF92B79ADB}" dt="2025-03-27T02:38:34.441" v="1127" actId="478"/>
          <ac:picMkLst>
            <pc:docMk/>
            <pc:sldMk cId="1630629510" sldId="482"/>
            <ac:picMk id="2" creationId="{0C46B55E-B349-3E5C-88F6-7A529E650397}"/>
          </ac:picMkLst>
        </pc:picChg>
        <pc:picChg chg="del">
          <ac:chgData name="Cheems Wan" userId="341795a8eb526f30" providerId="LiveId" clId="{53113A84-E945-4F1B-B7AB-D7CF92B79ADB}" dt="2025-03-27T02:38:34.441" v="1127" actId="478"/>
          <ac:picMkLst>
            <pc:docMk/>
            <pc:sldMk cId="1630629510" sldId="482"/>
            <ac:picMk id="5" creationId="{4DC16AAB-1B57-8D80-BCDD-174A981075D7}"/>
          </ac:picMkLst>
        </pc:picChg>
        <pc:picChg chg="del">
          <ac:chgData name="Cheems Wan" userId="341795a8eb526f30" providerId="LiveId" clId="{53113A84-E945-4F1B-B7AB-D7CF92B79ADB}" dt="2025-03-27T02:38:34.441" v="1127" actId="478"/>
          <ac:picMkLst>
            <pc:docMk/>
            <pc:sldMk cId="1630629510" sldId="482"/>
            <ac:picMk id="6" creationId="{67411F01-4E9D-FB2A-1D1D-065FFE3A2D43}"/>
          </ac:picMkLst>
        </pc:picChg>
        <pc:picChg chg="del">
          <ac:chgData name="Cheems Wan" userId="341795a8eb526f30" providerId="LiveId" clId="{53113A84-E945-4F1B-B7AB-D7CF92B79ADB}" dt="2025-03-27T02:38:35.076" v="1128" actId="478"/>
          <ac:picMkLst>
            <pc:docMk/>
            <pc:sldMk cId="1630629510" sldId="482"/>
            <ac:picMk id="7" creationId="{FAF1BD8B-3132-868D-8A97-381341A62A03}"/>
          </ac:picMkLst>
        </pc:picChg>
        <pc:picChg chg="del">
          <ac:chgData name="Cheems Wan" userId="341795a8eb526f30" providerId="LiveId" clId="{53113A84-E945-4F1B-B7AB-D7CF92B79ADB}" dt="2025-03-27T02:38:35.383" v="1129" actId="478"/>
          <ac:picMkLst>
            <pc:docMk/>
            <pc:sldMk cId="1630629510" sldId="482"/>
            <ac:picMk id="8" creationId="{297651B4-CC60-606D-F020-0FDF26666E66}"/>
          </ac:picMkLst>
        </pc:picChg>
        <pc:picChg chg="add mod">
          <ac:chgData name="Cheems Wan" userId="341795a8eb526f30" providerId="LiveId" clId="{53113A84-E945-4F1B-B7AB-D7CF92B79ADB}" dt="2025-03-27T02:40:13.072" v="1149" actId="1076"/>
          <ac:picMkLst>
            <pc:docMk/>
            <pc:sldMk cId="1630629510" sldId="482"/>
            <ac:picMk id="11" creationId="{0D73BC0F-DBA4-D21C-11A9-191E31286D27}"/>
          </ac:picMkLst>
        </pc:picChg>
        <pc:picChg chg="add mod">
          <ac:chgData name="Cheems Wan" userId="341795a8eb526f30" providerId="LiveId" clId="{53113A84-E945-4F1B-B7AB-D7CF92B79ADB}" dt="2025-03-27T02:39:50.079" v="1142" actId="1076"/>
          <ac:picMkLst>
            <pc:docMk/>
            <pc:sldMk cId="1630629510" sldId="482"/>
            <ac:picMk id="12" creationId="{92C8FC18-596D-837C-E65C-C5E5BF2698AB}"/>
          </ac:picMkLst>
        </pc:picChg>
        <pc:picChg chg="add mod">
          <ac:chgData name="Cheems Wan" userId="341795a8eb526f30" providerId="LiveId" clId="{53113A84-E945-4F1B-B7AB-D7CF92B79ADB}" dt="2025-03-27T03:02:54.507" v="1175" actId="1076"/>
          <ac:picMkLst>
            <pc:docMk/>
            <pc:sldMk cId="1630629510" sldId="482"/>
            <ac:picMk id="14" creationId="{B15FC300-C38F-9F54-F1F0-ED37EE4DED0A}"/>
          </ac:picMkLst>
        </pc:picChg>
        <pc:picChg chg="add mod">
          <ac:chgData name="Cheems Wan" userId="341795a8eb526f30" providerId="LiveId" clId="{53113A84-E945-4F1B-B7AB-D7CF92B79ADB}" dt="2025-03-27T03:13:17.536" v="1294" actId="1076"/>
          <ac:picMkLst>
            <pc:docMk/>
            <pc:sldMk cId="1630629510" sldId="482"/>
            <ac:picMk id="16" creationId="{72A15F21-8309-C606-A16E-14B46DCA442C}"/>
          </ac:picMkLst>
        </pc:picChg>
      </pc:sldChg>
      <pc:sldChg chg="addSp delSp modSp add mod">
        <pc:chgData name="Cheems Wan" userId="341795a8eb526f30" providerId="LiveId" clId="{53113A84-E945-4F1B-B7AB-D7CF92B79ADB}" dt="2025-03-27T03:05:39.553" v="1209" actId="14100"/>
        <pc:sldMkLst>
          <pc:docMk/>
          <pc:sldMk cId="2547281331" sldId="483"/>
        </pc:sldMkLst>
        <pc:spChg chg="add del mod">
          <ac:chgData name="Cheems Wan" userId="341795a8eb526f30" providerId="LiveId" clId="{53113A84-E945-4F1B-B7AB-D7CF92B79ADB}" dt="2025-03-27T03:05:07.755" v="1206"/>
          <ac:spMkLst>
            <pc:docMk/>
            <pc:sldMk cId="2547281331" sldId="483"/>
            <ac:spMk id="2" creationId="{5D93B289-ABFC-FCB7-3EB5-655CCE7C8FCA}"/>
          </ac:spMkLst>
        </pc:spChg>
        <pc:spChg chg="del">
          <ac:chgData name="Cheems Wan" userId="341795a8eb526f30" providerId="LiveId" clId="{53113A84-E945-4F1B-B7AB-D7CF92B79ADB}" dt="2025-03-27T03:03:22.934" v="1181" actId="478"/>
          <ac:spMkLst>
            <pc:docMk/>
            <pc:sldMk cId="2547281331" sldId="483"/>
            <ac:spMk id="3" creationId="{27AD1F48-2B6A-4589-9ACA-956DA6049B66}"/>
          </ac:spMkLst>
        </pc:spChg>
        <pc:spChg chg="add del mod">
          <ac:chgData name="Cheems Wan" userId="341795a8eb526f30" providerId="LiveId" clId="{53113A84-E945-4F1B-B7AB-D7CF92B79ADB}" dt="2025-03-27T03:03:54.397" v="1188" actId="478"/>
          <ac:spMkLst>
            <pc:docMk/>
            <pc:sldMk cId="2547281331" sldId="483"/>
            <ac:spMk id="4" creationId="{A0C6EE6C-702F-7A40-0E1E-D94042F35EE5}"/>
          </ac:spMkLst>
        </pc:spChg>
        <pc:spChg chg="add del mod">
          <ac:chgData name="Cheems Wan" userId="341795a8eb526f30" providerId="LiveId" clId="{53113A84-E945-4F1B-B7AB-D7CF92B79ADB}" dt="2025-03-27T03:03:54.397" v="1188" actId="478"/>
          <ac:spMkLst>
            <pc:docMk/>
            <pc:sldMk cId="2547281331" sldId="483"/>
            <ac:spMk id="5" creationId="{6AAF0D40-96DB-7AA3-DFD8-E2117360155D}"/>
          </ac:spMkLst>
        </pc:spChg>
        <pc:spChg chg="add del mod">
          <ac:chgData name="Cheems Wan" userId="341795a8eb526f30" providerId="LiveId" clId="{53113A84-E945-4F1B-B7AB-D7CF92B79ADB}" dt="2025-03-27T03:03:54.397" v="1188" actId="478"/>
          <ac:spMkLst>
            <pc:docMk/>
            <pc:sldMk cId="2547281331" sldId="483"/>
            <ac:spMk id="6" creationId="{D1ECE0AD-3201-1BFF-9B1D-1E23F45948AA}"/>
          </ac:spMkLst>
        </pc:spChg>
        <pc:spChg chg="add mod">
          <ac:chgData name="Cheems Wan" userId="341795a8eb526f30" providerId="LiveId" clId="{53113A84-E945-4F1B-B7AB-D7CF92B79ADB}" dt="2025-03-27T03:04:44.361" v="1197" actId="1076"/>
          <ac:spMkLst>
            <pc:docMk/>
            <pc:sldMk cId="2547281331" sldId="483"/>
            <ac:spMk id="10" creationId="{2014E566-ACE5-397D-B390-55FDC3B4FF84}"/>
          </ac:spMkLst>
        </pc:spChg>
        <pc:spChg chg="mod">
          <ac:chgData name="Cheems Wan" userId="341795a8eb526f30" providerId="LiveId" clId="{53113A84-E945-4F1B-B7AB-D7CF92B79ADB}" dt="2025-03-27T03:05:39.553" v="1209" actId="14100"/>
          <ac:spMkLst>
            <pc:docMk/>
            <pc:sldMk cId="2547281331" sldId="483"/>
            <ac:spMk id="13" creationId="{A27A9950-11DE-9DF2-FB60-D4922724424D}"/>
          </ac:spMkLst>
        </pc:spChg>
        <pc:picChg chg="add mod">
          <ac:chgData name="Cheems Wan" userId="341795a8eb526f30" providerId="LiveId" clId="{53113A84-E945-4F1B-B7AB-D7CF92B79ADB}" dt="2025-03-27T03:04:55.741" v="1200" actId="1076"/>
          <ac:picMkLst>
            <pc:docMk/>
            <pc:sldMk cId="2547281331" sldId="483"/>
            <ac:picMk id="7" creationId="{13AD5F25-0137-FB9C-DA49-988775E5541F}"/>
          </ac:picMkLst>
        </pc:picChg>
        <pc:picChg chg="add mod">
          <ac:chgData name="Cheems Wan" userId="341795a8eb526f30" providerId="LiveId" clId="{53113A84-E945-4F1B-B7AB-D7CF92B79ADB}" dt="2025-03-27T03:04:56.873" v="1201" actId="1076"/>
          <ac:picMkLst>
            <pc:docMk/>
            <pc:sldMk cId="2547281331" sldId="483"/>
            <ac:picMk id="8" creationId="{57F6DAFB-879C-B531-5181-C2A1E311B393}"/>
          </ac:picMkLst>
        </pc:picChg>
        <pc:picChg chg="del">
          <ac:chgData name="Cheems Wan" userId="341795a8eb526f30" providerId="LiveId" clId="{53113A84-E945-4F1B-B7AB-D7CF92B79ADB}" dt="2025-03-27T03:03:20.914" v="1179" actId="478"/>
          <ac:picMkLst>
            <pc:docMk/>
            <pc:sldMk cId="2547281331" sldId="483"/>
            <ac:picMk id="11" creationId="{0FC638E3-F1C8-5B66-B2A0-1C9B05B15545}"/>
          </ac:picMkLst>
        </pc:picChg>
        <pc:picChg chg="del">
          <ac:chgData name="Cheems Wan" userId="341795a8eb526f30" providerId="LiveId" clId="{53113A84-E945-4F1B-B7AB-D7CF92B79ADB}" dt="2025-03-27T03:03:21.257" v="1180" actId="478"/>
          <ac:picMkLst>
            <pc:docMk/>
            <pc:sldMk cId="2547281331" sldId="483"/>
            <ac:picMk id="12" creationId="{9D6EA799-0A64-A8D0-4B92-9124FD9FB14F}"/>
          </ac:picMkLst>
        </pc:picChg>
        <pc:picChg chg="del mod">
          <ac:chgData name="Cheems Wan" userId="341795a8eb526f30" providerId="LiveId" clId="{53113A84-E945-4F1B-B7AB-D7CF92B79ADB}" dt="2025-03-27T03:03:20.549" v="1178" actId="478"/>
          <ac:picMkLst>
            <pc:docMk/>
            <pc:sldMk cId="2547281331" sldId="483"/>
            <ac:picMk id="14" creationId="{8A907E3E-E34C-1954-CE8A-45F71D2F60B5}"/>
          </ac:picMkLst>
        </pc:picChg>
      </pc:sldChg>
      <pc:sldChg chg="add del">
        <pc:chgData name="Cheems Wan" userId="341795a8eb526f30" providerId="LiveId" clId="{53113A84-E945-4F1B-B7AB-D7CF92B79ADB}" dt="2025-03-27T03:05:46.677" v="1211" actId="47"/>
        <pc:sldMkLst>
          <pc:docMk/>
          <pc:sldMk cId="966573083" sldId="484"/>
        </pc:sldMkLst>
      </pc:sldChg>
      <pc:sldChg chg="addSp delSp modSp add mod">
        <pc:chgData name="Cheems Wan" userId="341795a8eb526f30" providerId="LiveId" clId="{53113A84-E945-4F1B-B7AB-D7CF92B79ADB}" dt="2025-03-27T03:08:15.517" v="1246" actId="14100"/>
        <pc:sldMkLst>
          <pc:docMk/>
          <pc:sldMk cId="1742703645" sldId="485"/>
        </pc:sldMkLst>
        <pc:spChg chg="mod">
          <ac:chgData name="Cheems Wan" userId="341795a8eb526f30" providerId="LiveId" clId="{53113A84-E945-4F1B-B7AB-D7CF92B79ADB}" dt="2025-03-27T03:05:57.561" v="1213" actId="6549"/>
          <ac:spMkLst>
            <pc:docMk/>
            <pc:sldMk cId="1742703645" sldId="485"/>
            <ac:spMk id="13" creationId="{C7E4AC0D-4C73-42D1-3DCB-C49FBDE20A78}"/>
          </ac:spMkLst>
        </pc:spChg>
        <pc:picChg chg="add mod">
          <ac:chgData name="Cheems Wan" userId="341795a8eb526f30" providerId="LiveId" clId="{53113A84-E945-4F1B-B7AB-D7CF92B79ADB}" dt="2025-03-27T03:07:37.546" v="1236" actId="1076"/>
          <ac:picMkLst>
            <pc:docMk/>
            <pc:sldMk cId="1742703645" sldId="485"/>
            <ac:picMk id="2" creationId="{87A587AD-26D0-CA41-EFEC-C80D084089A3}"/>
          </ac:picMkLst>
        </pc:picChg>
        <pc:picChg chg="add del mod">
          <ac:chgData name="Cheems Wan" userId="341795a8eb526f30" providerId="LiveId" clId="{53113A84-E945-4F1B-B7AB-D7CF92B79ADB}" dt="2025-03-27T03:07:45.520" v="1239" actId="478"/>
          <ac:picMkLst>
            <pc:docMk/>
            <pc:sldMk cId="1742703645" sldId="485"/>
            <ac:picMk id="3" creationId="{BE6B8F5A-BDD9-5EBD-78A1-640E2D88E6FC}"/>
          </ac:picMkLst>
        </pc:picChg>
        <pc:picChg chg="add del mod">
          <ac:chgData name="Cheems Wan" userId="341795a8eb526f30" providerId="LiveId" clId="{53113A84-E945-4F1B-B7AB-D7CF92B79ADB}" dt="2025-03-27T03:07:25.499" v="1230" actId="478"/>
          <ac:picMkLst>
            <pc:docMk/>
            <pc:sldMk cId="1742703645" sldId="485"/>
            <ac:picMk id="4" creationId="{BD91E44B-A39A-9E71-487F-10FA838178A7}"/>
          </ac:picMkLst>
        </pc:picChg>
        <pc:picChg chg="add mod">
          <ac:chgData name="Cheems Wan" userId="341795a8eb526f30" providerId="LiveId" clId="{53113A84-E945-4F1B-B7AB-D7CF92B79ADB}" dt="2025-03-27T03:07:59.812" v="1242" actId="1076"/>
          <ac:picMkLst>
            <pc:docMk/>
            <pc:sldMk cId="1742703645" sldId="485"/>
            <ac:picMk id="5" creationId="{30863FA7-D0CF-C0F2-9FDB-9EB3871BD9B8}"/>
          </ac:picMkLst>
        </pc:picChg>
        <pc:picChg chg="add mod">
          <ac:chgData name="Cheems Wan" userId="341795a8eb526f30" providerId="LiveId" clId="{53113A84-E945-4F1B-B7AB-D7CF92B79ADB}" dt="2025-03-27T03:08:15.517" v="1246" actId="14100"/>
          <ac:picMkLst>
            <pc:docMk/>
            <pc:sldMk cId="1742703645" sldId="485"/>
            <ac:picMk id="6" creationId="{DF4691C9-FB6B-8E48-DC8E-7D2F7B02075C}"/>
          </ac:picMkLst>
        </pc:picChg>
        <pc:picChg chg="del">
          <ac:chgData name="Cheems Wan" userId="341795a8eb526f30" providerId="LiveId" clId="{53113A84-E945-4F1B-B7AB-D7CF92B79ADB}" dt="2025-03-27T03:05:59.006" v="1214" actId="478"/>
          <ac:picMkLst>
            <pc:docMk/>
            <pc:sldMk cId="1742703645" sldId="485"/>
            <ac:picMk id="7" creationId="{056E0DAD-3504-B40D-A347-BD70A602FD45}"/>
          </ac:picMkLst>
        </pc:picChg>
        <pc:picChg chg="del">
          <ac:chgData name="Cheems Wan" userId="341795a8eb526f30" providerId="LiveId" clId="{53113A84-E945-4F1B-B7AB-D7CF92B79ADB}" dt="2025-03-27T03:05:59.439" v="1215" actId="478"/>
          <ac:picMkLst>
            <pc:docMk/>
            <pc:sldMk cId="1742703645" sldId="485"/>
            <ac:picMk id="8" creationId="{9F953313-0070-26B5-1792-335833F4BE64}"/>
          </ac:picMkLst>
        </pc:picChg>
      </pc:sldChg>
      <pc:sldChg chg="addSp delSp modSp add mod">
        <pc:chgData name="Cheems Wan" userId="341795a8eb526f30" providerId="LiveId" clId="{53113A84-E945-4F1B-B7AB-D7CF92B79ADB}" dt="2025-03-27T03:08:52.649" v="1253" actId="1076"/>
        <pc:sldMkLst>
          <pc:docMk/>
          <pc:sldMk cId="3730565430" sldId="486"/>
        </pc:sldMkLst>
        <pc:picChg chg="del">
          <ac:chgData name="Cheems Wan" userId="341795a8eb526f30" providerId="LiveId" clId="{53113A84-E945-4F1B-B7AB-D7CF92B79ADB}" dt="2025-03-27T03:08:24.795" v="1249" actId="478"/>
          <ac:picMkLst>
            <pc:docMk/>
            <pc:sldMk cId="3730565430" sldId="486"/>
            <ac:picMk id="2" creationId="{3E06F957-3E1B-446B-432C-3EAD4E1BF9A3}"/>
          </ac:picMkLst>
        </pc:picChg>
        <pc:picChg chg="add mod">
          <ac:chgData name="Cheems Wan" userId="341795a8eb526f30" providerId="LiveId" clId="{53113A84-E945-4F1B-B7AB-D7CF92B79ADB}" dt="2025-03-27T03:08:52.649" v="1253" actId="1076"/>
          <ac:picMkLst>
            <pc:docMk/>
            <pc:sldMk cId="3730565430" sldId="486"/>
            <ac:picMk id="3" creationId="{63F02233-F07B-1493-5651-8D3DC1AA8751}"/>
          </ac:picMkLst>
        </pc:picChg>
        <pc:picChg chg="del">
          <ac:chgData name="Cheems Wan" userId="341795a8eb526f30" providerId="LiveId" clId="{53113A84-E945-4F1B-B7AB-D7CF92B79ADB}" dt="2025-03-27T03:08:24.428" v="1248" actId="478"/>
          <ac:picMkLst>
            <pc:docMk/>
            <pc:sldMk cId="3730565430" sldId="486"/>
            <ac:picMk id="5" creationId="{EF6AD9DA-8DED-AA78-C82A-2015A8EA1626}"/>
          </ac:picMkLst>
        </pc:picChg>
        <pc:picChg chg="del">
          <ac:chgData name="Cheems Wan" userId="341795a8eb526f30" providerId="LiveId" clId="{53113A84-E945-4F1B-B7AB-D7CF92B79ADB}" dt="2025-03-27T03:08:25.167" v="1250" actId="478"/>
          <ac:picMkLst>
            <pc:docMk/>
            <pc:sldMk cId="3730565430" sldId="486"/>
            <ac:picMk id="6" creationId="{008DE084-BB54-4EAA-CD0B-DADCCCE065C5}"/>
          </ac:picMkLst>
        </pc:picChg>
      </pc:sldChg>
      <pc:sldChg chg="addSp delSp modSp add mod">
        <pc:chgData name="Cheems Wan" userId="341795a8eb526f30" providerId="LiveId" clId="{53113A84-E945-4F1B-B7AB-D7CF92B79ADB}" dt="2025-03-27T03:10:12.320" v="1270" actId="1076"/>
        <pc:sldMkLst>
          <pc:docMk/>
          <pc:sldMk cId="1350560323" sldId="487"/>
        </pc:sldMkLst>
        <pc:spChg chg="mod">
          <ac:chgData name="Cheems Wan" userId="341795a8eb526f30" providerId="LiveId" clId="{53113A84-E945-4F1B-B7AB-D7CF92B79ADB}" dt="2025-03-27T03:09:27.666" v="1257"/>
          <ac:spMkLst>
            <pc:docMk/>
            <pc:sldMk cId="1350560323" sldId="487"/>
            <ac:spMk id="13" creationId="{C7AA4B10-BB3E-8C40-1466-AA27FD9B1149}"/>
          </ac:spMkLst>
        </pc:spChg>
        <pc:picChg chg="del">
          <ac:chgData name="Cheems Wan" userId="341795a8eb526f30" providerId="LiveId" clId="{53113A84-E945-4F1B-B7AB-D7CF92B79ADB}" dt="2025-03-27T03:09:29.548" v="1258" actId="478"/>
          <ac:picMkLst>
            <pc:docMk/>
            <pc:sldMk cId="1350560323" sldId="487"/>
            <ac:picMk id="2" creationId="{609713A7-36ED-E4CC-D803-ACA7860DE60A}"/>
          </ac:picMkLst>
        </pc:picChg>
        <pc:picChg chg="add mod">
          <ac:chgData name="Cheems Wan" userId="341795a8eb526f30" providerId="LiveId" clId="{53113A84-E945-4F1B-B7AB-D7CF92B79ADB}" dt="2025-03-27T03:10:06.688" v="1267" actId="1076"/>
          <ac:picMkLst>
            <pc:docMk/>
            <pc:sldMk cId="1350560323" sldId="487"/>
            <ac:picMk id="3" creationId="{8AE00297-6501-5C08-9CD6-AFBE74F65223}"/>
          </ac:picMkLst>
        </pc:picChg>
        <pc:picChg chg="add mod">
          <ac:chgData name="Cheems Wan" userId="341795a8eb526f30" providerId="LiveId" clId="{53113A84-E945-4F1B-B7AB-D7CF92B79ADB}" dt="2025-03-27T03:10:12.320" v="1270" actId="1076"/>
          <ac:picMkLst>
            <pc:docMk/>
            <pc:sldMk cId="1350560323" sldId="487"/>
            <ac:picMk id="4" creationId="{4FB08459-2537-5C98-883B-F0B17F5B5670}"/>
          </ac:picMkLst>
        </pc:picChg>
        <pc:picChg chg="del">
          <ac:chgData name="Cheems Wan" userId="341795a8eb526f30" providerId="LiveId" clId="{53113A84-E945-4F1B-B7AB-D7CF92B79ADB}" dt="2025-03-27T03:09:30.748" v="1260" actId="478"/>
          <ac:picMkLst>
            <pc:docMk/>
            <pc:sldMk cId="1350560323" sldId="487"/>
            <ac:picMk id="5" creationId="{6EC7414C-EE4A-75A0-46E5-3753FF63B8A9}"/>
          </ac:picMkLst>
        </pc:picChg>
        <pc:picChg chg="del">
          <ac:chgData name="Cheems Wan" userId="341795a8eb526f30" providerId="LiveId" clId="{53113A84-E945-4F1B-B7AB-D7CF92B79ADB}" dt="2025-03-27T03:09:30.470" v="1259" actId="478"/>
          <ac:picMkLst>
            <pc:docMk/>
            <pc:sldMk cId="1350560323" sldId="487"/>
            <ac:picMk id="6" creationId="{756E3F53-3686-8DC6-1A96-8D2D76E84871}"/>
          </ac:picMkLst>
        </pc:picChg>
      </pc:sldChg>
      <pc:sldChg chg="addSp delSp modSp add mod">
        <pc:chgData name="Cheems Wan" userId="341795a8eb526f30" providerId="LiveId" clId="{53113A84-E945-4F1B-B7AB-D7CF92B79ADB}" dt="2025-03-27T03:12:08.999" v="1291" actId="1076"/>
        <pc:sldMkLst>
          <pc:docMk/>
          <pc:sldMk cId="4250630864" sldId="488"/>
        </pc:sldMkLst>
        <pc:spChg chg="mod">
          <ac:chgData name="Cheems Wan" userId="341795a8eb526f30" providerId="LiveId" clId="{53113A84-E945-4F1B-B7AB-D7CF92B79ADB}" dt="2025-03-27T03:11:30.272" v="1287" actId="1076"/>
          <ac:spMkLst>
            <pc:docMk/>
            <pc:sldMk cId="4250630864" sldId="488"/>
            <ac:spMk id="13" creationId="{C2B76439-4FB1-8E0D-1B30-8BE999CFA0E7}"/>
          </ac:spMkLst>
        </pc:spChg>
        <pc:picChg chg="add mod">
          <ac:chgData name="Cheems Wan" userId="341795a8eb526f30" providerId="LiveId" clId="{53113A84-E945-4F1B-B7AB-D7CF92B79ADB}" dt="2025-03-27T03:11:32.122" v="1288" actId="1076"/>
          <ac:picMkLst>
            <pc:docMk/>
            <pc:sldMk cId="4250630864" sldId="488"/>
            <ac:picMk id="2" creationId="{3A41A348-2752-21AB-94D1-395017AECE55}"/>
          </ac:picMkLst>
        </pc:picChg>
        <pc:picChg chg="del">
          <ac:chgData name="Cheems Wan" userId="341795a8eb526f30" providerId="LiveId" clId="{53113A84-E945-4F1B-B7AB-D7CF92B79ADB}" dt="2025-03-27T03:11:00.575" v="1276" actId="478"/>
          <ac:picMkLst>
            <pc:docMk/>
            <pc:sldMk cId="4250630864" sldId="488"/>
            <ac:picMk id="3" creationId="{F46A9216-613E-7C7A-FE7A-3E365E6ACB70}"/>
          </ac:picMkLst>
        </pc:picChg>
        <pc:picChg chg="del">
          <ac:chgData name="Cheems Wan" userId="341795a8eb526f30" providerId="LiveId" clId="{53113A84-E945-4F1B-B7AB-D7CF92B79ADB}" dt="2025-03-27T03:11:00.894" v="1277" actId="478"/>
          <ac:picMkLst>
            <pc:docMk/>
            <pc:sldMk cId="4250630864" sldId="488"/>
            <ac:picMk id="4" creationId="{DB013B27-2D7C-B614-77C9-2A9C4909F8C5}"/>
          </ac:picMkLst>
        </pc:picChg>
        <pc:picChg chg="add mod">
          <ac:chgData name="Cheems Wan" userId="341795a8eb526f30" providerId="LiveId" clId="{53113A84-E945-4F1B-B7AB-D7CF92B79ADB}" dt="2025-03-27T03:11:35.827" v="1289" actId="1076"/>
          <ac:picMkLst>
            <pc:docMk/>
            <pc:sldMk cId="4250630864" sldId="488"/>
            <ac:picMk id="5" creationId="{CC5EB3F2-6422-CEEE-8C02-1C50539D0BF2}"/>
          </ac:picMkLst>
        </pc:picChg>
        <pc:picChg chg="add mod">
          <ac:chgData name="Cheems Wan" userId="341795a8eb526f30" providerId="LiveId" clId="{53113A84-E945-4F1B-B7AB-D7CF92B79ADB}" dt="2025-03-27T03:12:08.999" v="1291" actId="1076"/>
          <ac:picMkLst>
            <pc:docMk/>
            <pc:sldMk cId="4250630864" sldId="488"/>
            <ac:picMk id="6" creationId="{09CF65F5-719C-44CC-E0D1-F8204F49AA96}"/>
          </ac:picMkLst>
        </pc:picChg>
      </pc:sldChg>
      <pc:sldChg chg="addSp delSp modSp add mod">
        <pc:chgData name="Cheems Wan" userId="341795a8eb526f30" providerId="LiveId" clId="{53113A84-E945-4F1B-B7AB-D7CF92B79ADB}" dt="2025-03-27T03:16:11.728" v="1337" actId="1076"/>
        <pc:sldMkLst>
          <pc:docMk/>
          <pc:sldMk cId="3012499577" sldId="489"/>
        </pc:sldMkLst>
        <pc:spChg chg="add">
          <ac:chgData name="Cheems Wan" userId="341795a8eb526f30" providerId="LiveId" clId="{53113A84-E945-4F1B-B7AB-D7CF92B79ADB}" dt="2025-03-27T03:13:48.666" v="1295"/>
          <ac:spMkLst>
            <pc:docMk/>
            <pc:sldMk cId="3012499577" sldId="489"/>
            <ac:spMk id="2" creationId="{983D835E-1B7C-3BA2-F035-E164EBB9B431}"/>
          </ac:spMkLst>
        </pc:spChg>
        <pc:spChg chg="mod">
          <ac:chgData name="Cheems Wan" userId="341795a8eb526f30" providerId="LiveId" clId="{53113A84-E945-4F1B-B7AB-D7CF92B79ADB}" dt="2025-03-27T03:13:56.054" v="1309" actId="20577"/>
          <ac:spMkLst>
            <pc:docMk/>
            <pc:sldMk cId="3012499577" sldId="489"/>
            <ac:spMk id="3" creationId="{7A1481D7-B59A-9D79-6EE4-2DA10FDF7C70}"/>
          </ac:spMkLst>
        </pc:spChg>
        <pc:spChg chg="mod">
          <ac:chgData name="Cheems Wan" userId="341795a8eb526f30" providerId="LiveId" clId="{53113A84-E945-4F1B-B7AB-D7CF92B79ADB}" dt="2025-03-27T03:14:40.303" v="1322" actId="1076"/>
          <ac:spMkLst>
            <pc:docMk/>
            <pc:sldMk cId="3012499577" sldId="489"/>
            <ac:spMk id="13" creationId="{3CCEC8CB-46BA-AC99-2F71-264D2E3D570F}"/>
          </ac:spMkLst>
        </pc:spChg>
        <pc:picChg chg="add mod">
          <ac:chgData name="Cheems Wan" userId="341795a8eb526f30" providerId="LiveId" clId="{53113A84-E945-4F1B-B7AB-D7CF92B79ADB}" dt="2025-03-27T03:14:10.839" v="1313" actId="1076"/>
          <ac:picMkLst>
            <pc:docMk/>
            <pc:sldMk cId="3012499577" sldId="489"/>
            <ac:picMk id="4" creationId="{A56C56A6-BDFF-7BA3-B9B9-C56BCEFB10A2}"/>
          </ac:picMkLst>
        </pc:picChg>
        <pc:picChg chg="add mod">
          <ac:chgData name="Cheems Wan" userId="341795a8eb526f30" providerId="LiveId" clId="{53113A84-E945-4F1B-B7AB-D7CF92B79ADB}" dt="2025-03-27T03:14:37.873" v="1321" actId="1076"/>
          <ac:picMkLst>
            <pc:docMk/>
            <pc:sldMk cId="3012499577" sldId="489"/>
            <ac:picMk id="5" creationId="{59CD3770-F724-92A2-5365-8089914E72EB}"/>
          </ac:picMkLst>
        </pc:picChg>
        <pc:picChg chg="add mod">
          <ac:chgData name="Cheems Wan" userId="341795a8eb526f30" providerId="LiveId" clId="{53113A84-E945-4F1B-B7AB-D7CF92B79ADB}" dt="2025-03-27T03:16:04.575" v="1334" actId="14100"/>
          <ac:picMkLst>
            <pc:docMk/>
            <pc:sldMk cId="3012499577" sldId="489"/>
            <ac:picMk id="7" creationId="{0BC54C94-B293-1847-13D3-5127505C85AE}"/>
          </ac:picMkLst>
        </pc:picChg>
        <pc:picChg chg="add mod">
          <ac:chgData name="Cheems Wan" userId="341795a8eb526f30" providerId="LiveId" clId="{53113A84-E945-4F1B-B7AB-D7CF92B79ADB}" dt="2025-03-27T03:16:11.728" v="1337" actId="1076"/>
          <ac:picMkLst>
            <pc:docMk/>
            <pc:sldMk cId="3012499577" sldId="489"/>
            <ac:picMk id="10" creationId="{B2B210EA-D8BC-9357-9077-3E43A3B58BCB}"/>
          </ac:picMkLst>
        </pc:picChg>
        <pc:picChg chg="del">
          <ac:chgData name="Cheems Wan" userId="341795a8eb526f30" providerId="LiveId" clId="{53113A84-E945-4F1B-B7AB-D7CF92B79ADB}" dt="2025-03-27T03:13:59.547" v="1311" actId="478"/>
          <ac:picMkLst>
            <pc:docMk/>
            <pc:sldMk cId="3012499577" sldId="489"/>
            <ac:picMk id="11" creationId="{9E384B55-3007-648A-E506-4F06796F1DB3}"/>
          </ac:picMkLst>
        </pc:picChg>
        <pc:picChg chg="del">
          <ac:chgData name="Cheems Wan" userId="341795a8eb526f30" providerId="LiveId" clId="{53113A84-E945-4F1B-B7AB-D7CF92B79ADB}" dt="2025-03-27T03:13:59.321" v="1310" actId="478"/>
          <ac:picMkLst>
            <pc:docMk/>
            <pc:sldMk cId="3012499577" sldId="489"/>
            <ac:picMk id="12" creationId="{5DB0C1DA-3C87-BEA1-09AB-0002041ADC0F}"/>
          </ac:picMkLst>
        </pc:picChg>
        <pc:picChg chg="del">
          <ac:chgData name="Cheems Wan" userId="341795a8eb526f30" providerId="LiveId" clId="{53113A84-E945-4F1B-B7AB-D7CF92B79ADB}" dt="2025-03-27T03:14:41.518" v="1323" actId="478"/>
          <ac:picMkLst>
            <pc:docMk/>
            <pc:sldMk cId="3012499577" sldId="489"/>
            <ac:picMk id="14" creationId="{C5D8BA0A-FC6A-23C1-2407-7D08CF528160}"/>
          </ac:picMkLst>
        </pc:picChg>
      </pc:sldChg>
      <pc:sldChg chg="addSp delSp modSp add mod">
        <pc:chgData name="Cheems Wan" userId="341795a8eb526f30" providerId="LiveId" clId="{53113A84-E945-4F1B-B7AB-D7CF92B79ADB}" dt="2025-03-27T03:19:33.520" v="1349" actId="1076"/>
        <pc:sldMkLst>
          <pc:docMk/>
          <pc:sldMk cId="362259401" sldId="490"/>
        </pc:sldMkLst>
        <pc:spChg chg="del">
          <ac:chgData name="Cheems Wan" userId="341795a8eb526f30" providerId="LiveId" clId="{53113A84-E945-4F1B-B7AB-D7CF92B79ADB}" dt="2025-03-27T03:18:38.688" v="1339" actId="478"/>
          <ac:spMkLst>
            <pc:docMk/>
            <pc:sldMk cId="362259401" sldId="490"/>
            <ac:spMk id="2" creationId="{515CD59F-1CB2-885B-40A0-BDFFBEC4BACC}"/>
          </ac:spMkLst>
        </pc:spChg>
        <pc:spChg chg="del">
          <ac:chgData name="Cheems Wan" userId="341795a8eb526f30" providerId="LiveId" clId="{53113A84-E945-4F1B-B7AB-D7CF92B79ADB}" dt="2025-03-27T03:18:54.104" v="1343" actId="478"/>
          <ac:spMkLst>
            <pc:docMk/>
            <pc:sldMk cId="362259401" sldId="490"/>
            <ac:spMk id="3" creationId="{96E9CEF2-0976-B851-4AEA-8CD2B7C53BC8}"/>
          </ac:spMkLst>
        </pc:spChg>
        <pc:picChg chg="add mod">
          <ac:chgData name="Cheems Wan" userId="341795a8eb526f30" providerId="LiveId" clId="{53113A84-E945-4F1B-B7AB-D7CF92B79ADB}" dt="2025-03-27T03:19:32.734" v="1348" actId="1076"/>
          <ac:picMkLst>
            <pc:docMk/>
            <pc:sldMk cId="362259401" sldId="490"/>
            <ac:picMk id="4" creationId="{C6A6C66C-8EE4-6808-F263-7A80765C2572}"/>
          </ac:picMkLst>
        </pc:picChg>
        <pc:picChg chg="del">
          <ac:chgData name="Cheems Wan" userId="341795a8eb526f30" providerId="LiveId" clId="{53113A84-E945-4F1B-B7AB-D7CF92B79ADB}" dt="2025-03-27T03:18:38.688" v="1339" actId="478"/>
          <ac:picMkLst>
            <pc:docMk/>
            <pc:sldMk cId="362259401" sldId="490"/>
            <ac:picMk id="5" creationId="{5A40D6E0-37B6-E223-0982-9FEA989F5C51}"/>
          </ac:picMkLst>
        </pc:picChg>
        <pc:picChg chg="add mod">
          <ac:chgData name="Cheems Wan" userId="341795a8eb526f30" providerId="LiveId" clId="{53113A84-E945-4F1B-B7AB-D7CF92B79ADB}" dt="2025-03-27T03:19:33.520" v="1349" actId="1076"/>
          <ac:picMkLst>
            <pc:docMk/>
            <pc:sldMk cId="362259401" sldId="490"/>
            <ac:picMk id="6" creationId="{CA93F96D-1C2A-9896-DD45-D07BA490CFB9}"/>
          </ac:picMkLst>
        </pc:picChg>
        <pc:picChg chg="del">
          <ac:chgData name="Cheems Wan" userId="341795a8eb526f30" providerId="LiveId" clId="{53113A84-E945-4F1B-B7AB-D7CF92B79ADB}" dt="2025-03-27T03:18:38.688" v="1339" actId="478"/>
          <ac:picMkLst>
            <pc:docMk/>
            <pc:sldMk cId="362259401" sldId="490"/>
            <ac:picMk id="8" creationId="{B6D21344-0082-2F6C-EFA7-053EA76F7C94}"/>
          </ac:picMkLst>
        </pc:picChg>
        <pc:picChg chg="del">
          <ac:chgData name="Cheems Wan" userId="341795a8eb526f30" providerId="LiveId" clId="{53113A84-E945-4F1B-B7AB-D7CF92B79ADB}" dt="2025-03-27T03:18:38.688" v="1339" actId="478"/>
          <ac:picMkLst>
            <pc:docMk/>
            <pc:sldMk cId="362259401" sldId="490"/>
            <ac:picMk id="12" creationId="{64179195-19DD-D243-DE0E-6D15DFDE89BD}"/>
          </ac:picMkLst>
        </pc:picChg>
        <pc:picChg chg="del">
          <ac:chgData name="Cheems Wan" userId="341795a8eb526f30" providerId="LiveId" clId="{53113A84-E945-4F1B-B7AB-D7CF92B79ADB}" dt="2025-03-27T03:18:38.688" v="1339" actId="478"/>
          <ac:picMkLst>
            <pc:docMk/>
            <pc:sldMk cId="362259401" sldId="490"/>
            <ac:picMk id="13" creationId="{5A2E2B49-E35F-D618-6B78-B31C13F7B975}"/>
          </ac:picMkLst>
        </pc:picChg>
        <pc:picChg chg="del">
          <ac:chgData name="Cheems Wan" userId="341795a8eb526f30" providerId="LiveId" clId="{53113A84-E945-4F1B-B7AB-D7CF92B79ADB}" dt="2025-03-27T03:18:38.688" v="1339" actId="478"/>
          <ac:picMkLst>
            <pc:docMk/>
            <pc:sldMk cId="362259401" sldId="490"/>
            <ac:picMk id="17" creationId="{D2CD09DB-A48F-F09F-AF4D-7F849CECCC26}"/>
          </ac:picMkLst>
        </pc:picChg>
        <pc:picChg chg="del">
          <ac:chgData name="Cheems Wan" userId="341795a8eb526f30" providerId="LiveId" clId="{53113A84-E945-4F1B-B7AB-D7CF92B79ADB}" dt="2025-03-27T03:18:39.139" v="1340" actId="478"/>
          <ac:picMkLst>
            <pc:docMk/>
            <pc:sldMk cId="362259401" sldId="490"/>
            <ac:picMk id="18" creationId="{052CA7B7-8BC4-DF19-2C46-B28BD0C436AA}"/>
          </ac:picMkLst>
        </pc:picChg>
      </pc:sldChg>
    </pc:docChg>
  </pc:docChgLst>
  <pc:docChgLst>
    <pc:chgData name="Cheems Wan" userId="341795a8eb526f30" providerId="LiveId" clId="{AA1630D4-7B49-4715-800F-BD750E1C9237}"/>
    <pc:docChg chg="undo custSel addSld delSld modSld">
      <pc:chgData name="Cheems Wan" userId="341795a8eb526f30" providerId="LiveId" clId="{AA1630D4-7B49-4715-800F-BD750E1C9237}" dt="2024-06-06T11:43:09.126" v="1681" actId="1076"/>
      <pc:docMkLst>
        <pc:docMk/>
      </pc:docMkLst>
      <pc:sldChg chg="modSp mod">
        <pc:chgData name="Cheems Wan" userId="341795a8eb526f30" providerId="LiveId" clId="{AA1630D4-7B49-4715-800F-BD750E1C9237}" dt="2024-06-06T06:30:00.247" v="47" actId="20577"/>
        <pc:sldMkLst>
          <pc:docMk/>
          <pc:sldMk cId="148987028" sldId="256"/>
        </pc:sldMkLst>
      </pc:sldChg>
      <pc:sldChg chg="modSp mod">
        <pc:chgData name="Cheems Wan" userId="341795a8eb526f30" providerId="LiveId" clId="{AA1630D4-7B49-4715-800F-BD750E1C9237}" dt="2024-06-06T06:32:17.590" v="79" actId="14100"/>
        <pc:sldMkLst>
          <pc:docMk/>
          <pc:sldMk cId="0" sldId="322"/>
        </pc:sldMkLst>
      </pc:sldChg>
      <pc:sldChg chg="addSp delSp modSp mod">
        <pc:chgData name="Cheems Wan" userId="341795a8eb526f30" providerId="LiveId" clId="{AA1630D4-7B49-4715-800F-BD750E1C9237}" dt="2024-06-06T07:42:18.251" v="378" actId="1076"/>
        <pc:sldMkLst>
          <pc:docMk/>
          <pc:sldMk cId="1710659833" sldId="417"/>
        </pc:sldMkLst>
      </pc:sldChg>
      <pc:sldChg chg="addSp delSp modSp mod">
        <pc:chgData name="Cheems Wan" userId="341795a8eb526f30" providerId="LiveId" clId="{AA1630D4-7B49-4715-800F-BD750E1C9237}" dt="2024-06-06T08:36:09.041" v="864" actId="1076"/>
        <pc:sldMkLst>
          <pc:docMk/>
          <pc:sldMk cId="2583429525" sldId="457"/>
        </pc:sldMkLst>
      </pc:sldChg>
      <pc:sldChg chg="del">
        <pc:chgData name="Cheems Wan" userId="341795a8eb526f30" providerId="LiveId" clId="{AA1630D4-7B49-4715-800F-BD750E1C9237}" dt="2024-06-06T07:42:08.632" v="377" actId="47"/>
        <pc:sldMkLst>
          <pc:docMk/>
          <pc:sldMk cId="3600390954" sldId="458"/>
        </pc:sldMkLst>
      </pc:sldChg>
      <pc:sldChg chg="addSp delSp modSp mod">
        <pc:chgData name="Cheems Wan" userId="341795a8eb526f30" providerId="LiveId" clId="{AA1630D4-7B49-4715-800F-BD750E1C9237}" dt="2024-06-06T09:32:28.835" v="1356" actId="1035"/>
        <pc:sldMkLst>
          <pc:docMk/>
          <pc:sldMk cId="632241151" sldId="459"/>
        </pc:sldMkLst>
      </pc:sldChg>
      <pc:sldChg chg="del">
        <pc:chgData name="Cheems Wan" userId="341795a8eb526f30" providerId="LiveId" clId="{AA1630D4-7B49-4715-800F-BD750E1C9237}" dt="2024-06-06T07:42:06.283" v="375" actId="47"/>
        <pc:sldMkLst>
          <pc:docMk/>
          <pc:sldMk cId="1840249481" sldId="460"/>
        </pc:sldMkLst>
      </pc:sldChg>
      <pc:sldChg chg="addSp delSp modSp add mod">
        <pc:chgData name="Cheems Wan" userId="341795a8eb526f30" providerId="LiveId" clId="{AA1630D4-7B49-4715-800F-BD750E1C9237}" dt="2024-06-06T09:01:26.902" v="1036" actId="1035"/>
        <pc:sldMkLst>
          <pc:docMk/>
          <pc:sldMk cId="1945549328" sldId="460"/>
        </pc:sldMkLst>
      </pc:sldChg>
      <pc:sldChg chg="addSp delSp modSp add mod">
        <pc:chgData name="Cheems Wan" userId="341795a8eb526f30" providerId="LiveId" clId="{AA1630D4-7B49-4715-800F-BD750E1C9237}" dt="2024-06-06T11:30:02.095" v="1538" actId="1076"/>
        <pc:sldMkLst>
          <pc:docMk/>
          <pc:sldMk cId="3662738484" sldId="461"/>
        </pc:sldMkLst>
      </pc:sldChg>
      <pc:sldChg chg="del">
        <pc:chgData name="Cheems Wan" userId="341795a8eb526f30" providerId="LiveId" clId="{AA1630D4-7B49-4715-800F-BD750E1C9237}" dt="2024-06-06T07:42:05.350" v="374" actId="47"/>
        <pc:sldMkLst>
          <pc:docMk/>
          <pc:sldMk cId="3881315752" sldId="461"/>
        </pc:sldMkLst>
      </pc:sldChg>
      <pc:sldChg chg="new del">
        <pc:chgData name="Cheems Wan" userId="341795a8eb526f30" providerId="LiveId" clId="{AA1630D4-7B49-4715-800F-BD750E1C9237}" dt="2024-06-06T10:49:22.801" v="1359" actId="47"/>
        <pc:sldMkLst>
          <pc:docMk/>
          <pc:sldMk cId="209535283" sldId="462"/>
        </pc:sldMkLst>
      </pc:sldChg>
      <pc:sldChg chg="del">
        <pc:chgData name="Cheems Wan" userId="341795a8eb526f30" providerId="LiveId" clId="{AA1630D4-7B49-4715-800F-BD750E1C9237}" dt="2024-06-06T07:42:04.442" v="373" actId="47"/>
        <pc:sldMkLst>
          <pc:docMk/>
          <pc:sldMk cId="730895026" sldId="462"/>
        </pc:sldMkLst>
      </pc:sldChg>
      <pc:sldChg chg="addSp delSp modSp add mod">
        <pc:chgData name="Cheems Wan" userId="341795a8eb526f30" providerId="LiveId" clId="{AA1630D4-7B49-4715-800F-BD750E1C9237}" dt="2024-06-06T11:43:09.126" v="1681" actId="1076"/>
        <pc:sldMkLst>
          <pc:docMk/>
          <pc:sldMk cId="943981594" sldId="462"/>
        </pc:sldMkLst>
      </pc:sldChg>
      <pc:sldChg chg="del">
        <pc:chgData name="Cheems Wan" userId="341795a8eb526f30" providerId="LiveId" clId="{AA1630D4-7B49-4715-800F-BD750E1C9237}" dt="2024-06-06T07:42:03.595" v="372" actId="47"/>
        <pc:sldMkLst>
          <pc:docMk/>
          <pc:sldMk cId="2601581794" sldId="463"/>
        </pc:sldMkLst>
      </pc:sldChg>
      <pc:sldChg chg="del">
        <pc:chgData name="Cheems Wan" userId="341795a8eb526f30" providerId="LiveId" clId="{AA1630D4-7B49-4715-800F-BD750E1C9237}" dt="2024-06-06T07:42:01.930" v="371" actId="47"/>
        <pc:sldMkLst>
          <pc:docMk/>
          <pc:sldMk cId="730005220" sldId="464"/>
        </pc:sldMkLst>
      </pc:sldChg>
      <pc:sldChg chg="del">
        <pc:chgData name="Cheems Wan" userId="341795a8eb526f30" providerId="LiveId" clId="{AA1630D4-7B49-4715-800F-BD750E1C9237}" dt="2024-06-06T07:42:00.322" v="370" actId="47"/>
        <pc:sldMkLst>
          <pc:docMk/>
          <pc:sldMk cId="497794323" sldId="465"/>
        </pc:sldMkLst>
      </pc:sldChg>
      <pc:sldChg chg="del">
        <pc:chgData name="Cheems Wan" userId="341795a8eb526f30" providerId="LiveId" clId="{AA1630D4-7B49-4715-800F-BD750E1C9237}" dt="2024-06-06T07:42:07.535" v="376" actId="47"/>
        <pc:sldMkLst>
          <pc:docMk/>
          <pc:sldMk cId="3250304853" sldId="480"/>
        </pc:sldMkLst>
      </pc:sldChg>
      <pc:sldChg chg="del">
        <pc:chgData name="Cheems Wan" userId="341795a8eb526f30" providerId="LiveId" clId="{AA1630D4-7B49-4715-800F-BD750E1C9237}" dt="2024-06-06T07:41:59.525" v="369" actId="47"/>
        <pc:sldMkLst>
          <pc:docMk/>
          <pc:sldMk cId="898185843" sldId="481"/>
        </pc:sldMkLst>
      </pc:sldChg>
      <pc:sldChg chg="del">
        <pc:chgData name="Cheems Wan" userId="341795a8eb526f30" providerId="LiveId" clId="{AA1630D4-7B49-4715-800F-BD750E1C9237}" dt="2024-06-06T07:41:58.691" v="368" actId="47"/>
        <pc:sldMkLst>
          <pc:docMk/>
          <pc:sldMk cId="3134153400" sldId="482"/>
        </pc:sldMkLst>
      </pc:sldChg>
    </pc:docChg>
  </pc:docChgLst>
  <pc:docChgLst>
    <pc:chgData name="Cheems Wan" userId="341795a8eb526f30" providerId="LiveId" clId="{D9B3F321-A2E4-4ACA-8113-2F9452EB46C3}"/>
    <pc:docChg chg="undo custSel addSld delSld modSld sldOrd">
      <pc:chgData name="Cheems Wan" userId="341795a8eb526f30" providerId="LiveId" clId="{D9B3F321-A2E4-4ACA-8113-2F9452EB46C3}" dt="2024-12-25T14:25:04.923" v="988" actId="1076"/>
      <pc:docMkLst>
        <pc:docMk/>
      </pc:docMkLst>
      <pc:sldChg chg="del">
        <pc:chgData name="Cheems Wan" userId="341795a8eb526f30" providerId="LiveId" clId="{D9B3F321-A2E4-4ACA-8113-2F9452EB46C3}" dt="2024-12-25T07:00:57.501" v="54" actId="47"/>
        <pc:sldMkLst>
          <pc:docMk/>
          <pc:sldMk cId="2583429525" sldId="457"/>
        </pc:sldMkLst>
      </pc:sldChg>
      <pc:sldChg chg="del">
        <pc:chgData name="Cheems Wan" userId="341795a8eb526f30" providerId="LiveId" clId="{D9B3F321-A2E4-4ACA-8113-2F9452EB46C3}" dt="2024-12-25T07:11:59.997" v="205" actId="47"/>
        <pc:sldMkLst>
          <pc:docMk/>
          <pc:sldMk cId="632241151" sldId="459"/>
        </pc:sldMkLst>
      </pc:sldChg>
      <pc:sldChg chg="modSp del mod">
        <pc:chgData name="Cheems Wan" userId="341795a8eb526f30" providerId="LiveId" clId="{D9B3F321-A2E4-4ACA-8113-2F9452EB46C3}" dt="2024-12-25T07:26:18.117" v="566" actId="47"/>
        <pc:sldMkLst>
          <pc:docMk/>
          <pc:sldMk cId="3662738484" sldId="461"/>
        </pc:sldMkLst>
      </pc:sldChg>
      <pc:sldChg chg="modSp del mod">
        <pc:chgData name="Cheems Wan" userId="341795a8eb526f30" providerId="LiveId" clId="{D9B3F321-A2E4-4ACA-8113-2F9452EB46C3}" dt="2024-12-25T07:22:37.822" v="391" actId="47"/>
        <pc:sldMkLst>
          <pc:docMk/>
          <pc:sldMk cId="943981594" sldId="462"/>
        </pc:sldMkLst>
      </pc:sldChg>
      <pc:sldChg chg="modSp mod">
        <pc:chgData name="Cheems Wan" userId="341795a8eb526f30" providerId="LiveId" clId="{D9B3F321-A2E4-4ACA-8113-2F9452EB46C3}" dt="2024-12-25T06:58:19.065" v="35" actId="1036"/>
        <pc:sldMkLst>
          <pc:docMk/>
          <pc:sldMk cId="3794147351" sldId="465"/>
        </pc:sldMkLst>
      </pc:sldChg>
      <pc:sldChg chg="addSp delSp modSp mod">
        <pc:chgData name="Cheems Wan" userId="341795a8eb526f30" providerId="LiveId" clId="{D9B3F321-A2E4-4ACA-8113-2F9452EB46C3}" dt="2024-12-25T06:58:27.603" v="38"/>
        <pc:sldMkLst>
          <pc:docMk/>
          <pc:sldMk cId="4181811088" sldId="466"/>
        </pc:sldMkLst>
      </pc:sldChg>
      <pc:sldChg chg="addSp delSp modSp mod">
        <pc:chgData name="Cheems Wan" userId="341795a8eb526f30" providerId="LiveId" clId="{D9B3F321-A2E4-4ACA-8113-2F9452EB46C3}" dt="2024-12-25T14:25:04.923" v="988" actId="1076"/>
        <pc:sldMkLst>
          <pc:docMk/>
          <pc:sldMk cId="3785767156" sldId="467"/>
        </pc:sldMkLst>
      </pc:sldChg>
      <pc:sldChg chg="addSp delSp modSp add mod">
        <pc:chgData name="Cheems Wan" userId="341795a8eb526f30" providerId="LiveId" clId="{D9B3F321-A2E4-4ACA-8113-2F9452EB46C3}" dt="2024-12-25T07:25:59.328" v="565" actId="1076"/>
        <pc:sldMkLst>
          <pc:docMk/>
          <pc:sldMk cId="1733986250" sldId="468"/>
        </pc:sldMkLst>
      </pc:sldChg>
      <pc:sldChg chg="addSp delSp modSp add mod ord">
        <pc:chgData name="Cheems Wan" userId="341795a8eb526f30" providerId="LiveId" clId="{D9B3F321-A2E4-4ACA-8113-2F9452EB46C3}" dt="2024-12-25T07:44:44.588" v="640"/>
        <pc:sldMkLst>
          <pc:docMk/>
          <pc:sldMk cId="926067269" sldId="469"/>
        </pc:sldMkLst>
      </pc:sldChg>
      <pc:sldChg chg="addSp delSp modSp add mod">
        <pc:chgData name="Cheems Wan" userId="341795a8eb526f30" providerId="LiveId" clId="{D9B3F321-A2E4-4ACA-8113-2F9452EB46C3}" dt="2024-12-25T08:08:37.472" v="876" actId="404"/>
        <pc:sldMkLst>
          <pc:docMk/>
          <pc:sldMk cId="3262811025" sldId="470"/>
        </pc:sldMkLst>
      </pc:sldChg>
      <pc:sldChg chg="addSp delSp modSp add mod">
        <pc:chgData name="Cheems Wan" userId="341795a8eb526f30" providerId="LiveId" clId="{D9B3F321-A2E4-4ACA-8113-2F9452EB46C3}" dt="2024-12-25T08:15:32.340" v="979" actId="1035"/>
        <pc:sldMkLst>
          <pc:docMk/>
          <pc:sldMk cId="325574280" sldId="471"/>
        </pc:sldMkLst>
      </pc:sldChg>
    </pc:docChg>
  </pc:docChgLst>
  <pc:docChgLst>
    <pc:chgData name="Cheems Wan" userId="341795a8eb526f30" providerId="LiveId" clId="{10948629-9053-4EBB-BEC4-DCA3F6E913EF}"/>
    <pc:docChg chg="undo custSel modSld">
      <pc:chgData name="Cheems Wan" userId="341795a8eb526f30" providerId="LiveId" clId="{10948629-9053-4EBB-BEC4-DCA3F6E913EF}" dt="2025-03-10T03:10:14.456" v="3" actId="14100"/>
      <pc:docMkLst>
        <pc:docMk/>
      </pc:docMkLst>
      <pc:sldChg chg="modSp mod">
        <pc:chgData name="Cheems Wan" userId="341795a8eb526f30" providerId="LiveId" clId="{10948629-9053-4EBB-BEC4-DCA3F6E913EF}" dt="2025-03-10T03:10:14.456" v="3" actId="14100"/>
        <pc:sldMkLst>
          <pc:docMk/>
          <pc:sldMk cId="209414694" sldId="475"/>
        </pc:sldMkLst>
      </pc:sldChg>
    </pc:docChg>
  </pc:docChgLst>
  <pc:docChgLst>
    <pc:chgData name="Cheems Wan" userId="341795a8eb526f30" providerId="LiveId" clId="{A076F249-C399-4C44-ADBF-5319722BC2BF}"/>
    <pc:docChg chg="undo custSel addSld delSld modSld">
      <pc:chgData name="Cheems Wan" userId="341795a8eb526f30" providerId="LiveId" clId="{A076F249-C399-4C44-ADBF-5319722BC2BF}" dt="2024-12-26T07:46:18.467" v="2128" actId="1076"/>
      <pc:docMkLst>
        <pc:docMk/>
      </pc:docMkLst>
      <pc:sldChg chg="modSp mod">
        <pc:chgData name="Cheems Wan" userId="341795a8eb526f30" providerId="LiveId" clId="{A076F249-C399-4C44-ADBF-5319722BC2BF}" dt="2024-12-25T02:01:53.743" v="6" actId="20577"/>
        <pc:sldMkLst>
          <pc:docMk/>
          <pc:sldMk cId="148987028" sldId="256"/>
        </pc:sldMkLst>
      </pc:sldChg>
      <pc:sldChg chg="modSp mod">
        <pc:chgData name="Cheems Wan" userId="341795a8eb526f30" providerId="LiveId" clId="{A076F249-C399-4C44-ADBF-5319722BC2BF}" dt="2024-12-26T07:44:37.472" v="2099" actId="20577"/>
        <pc:sldMkLst>
          <pc:docMk/>
          <pc:sldMk cId="0" sldId="322"/>
        </pc:sldMkLst>
      </pc:sldChg>
      <pc:sldChg chg="addSp delSp modSp add mod">
        <pc:chgData name="Cheems Wan" userId="341795a8eb526f30" providerId="LiveId" clId="{A076F249-C399-4C44-ADBF-5319722BC2BF}" dt="2024-12-25T02:58:33.223" v="159" actId="21"/>
        <pc:sldMkLst>
          <pc:docMk/>
          <pc:sldMk cId="0" sldId="360"/>
        </pc:sldMkLst>
      </pc:sldChg>
      <pc:sldChg chg="modSp del mod">
        <pc:chgData name="Cheems Wan" userId="341795a8eb526f30" providerId="LiveId" clId="{A076F249-C399-4C44-ADBF-5319722BC2BF}" dt="2024-12-25T03:29:04.736" v="516" actId="47"/>
        <pc:sldMkLst>
          <pc:docMk/>
          <pc:sldMk cId="1710659833" sldId="417"/>
        </pc:sldMkLst>
      </pc:sldChg>
      <pc:sldChg chg="del">
        <pc:chgData name="Cheems Wan" userId="341795a8eb526f30" providerId="LiveId" clId="{A076F249-C399-4C44-ADBF-5319722BC2BF}" dt="2024-12-25T03:28:49.647" v="515" actId="47"/>
        <pc:sldMkLst>
          <pc:docMk/>
          <pc:sldMk cId="1945549328" sldId="460"/>
        </pc:sldMkLst>
      </pc:sldChg>
      <pc:sldChg chg="delSp modSp add del mod">
        <pc:chgData name="Cheems Wan" userId="341795a8eb526f30" providerId="LiveId" clId="{A076F249-C399-4C44-ADBF-5319722BC2BF}" dt="2024-12-25T02:56:48.868" v="110" actId="47"/>
        <pc:sldMkLst>
          <pc:docMk/>
          <pc:sldMk cId="4045812842" sldId="463"/>
        </pc:sldMkLst>
      </pc:sldChg>
      <pc:sldChg chg="addSp delSp modSp add mod">
        <pc:chgData name="Cheems Wan" userId="341795a8eb526f30" providerId="LiveId" clId="{A076F249-C399-4C44-ADBF-5319722BC2BF}" dt="2024-12-26T02:13:19.076" v="596" actId="20577"/>
        <pc:sldMkLst>
          <pc:docMk/>
          <pc:sldMk cId="2381117774" sldId="464"/>
        </pc:sldMkLst>
      </pc:sldChg>
      <pc:sldChg chg="addSp delSp modSp add mod">
        <pc:chgData name="Cheems Wan" userId="341795a8eb526f30" providerId="LiveId" clId="{A076F249-C399-4C44-ADBF-5319722BC2BF}" dt="2024-12-25T03:27:25.587" v="507" actId="732"/>
        <pc:sldMkLst>
          <pc:docMk/>
          <pc:sldMk cId="3794147351" sldId="465"/>
        </pc:sldMkLst>
      </pc:sldChg>
      <pc:sldChg chg="addSp delSp modSp add mod">
        <pc:chgData name="Cheems Wan" userId="341795a8eb526f30" providerId="LiveId" clId="{A076F249-C399-4C44-ADBF-5319722BC2BF}" dt="2024-12-25T03:27:59.923" v="514" actId="1076"/>
        <pc:sldMkLst>
          <pc:docMk/>
          <pc:sldMk cId="4181811088" sldId="466"/>
        </pc:sldMkLst>
      </pc:sldChg>
      <pc:sldChg chg="addSp modSp add mod">
        <pc:chgData name="Cheems Wan" userId="341795a8eb526f30" providerId="LiveId" clId="{A076F249-C399-4C44-ADBF-5319722BC2BF}" dt="2024-12-26T04:11:47.529" v="1455" actId="1076"/>
        <pc:sldMkLst>
          <pc:docMk/>
          <pc:sldMk cId="3785767156" sldId="467"/>
        </pc:sldMkLst>
      </pc:sldChg>
      <pc:sldChg chg="addSp delSp modSp mod">
        <pc:chgData name="Cheems Wan" userId="341795a8eb526f30" providerId="LiveId" clId="{A076F249-C399-4C44-ADBF-5319722BC2BF}" dt="2024-12-26T04:10:48.360" v="1451" actId="1076"/>
        <pc:sldMkLst>
          <pc:docMk/>
          <pc:sldMk cId="325574280" sldId="471"/>
        </pc:sldMkLst>
      </pc:sldChg>
      <pc:sldChg chg="addSp delSp modSp add mod">
        <pc:chgData name="Cheems Wan" userId="341795a8eb526f30" providerId="LiveId" clId="{A076F249-C399-4C44-ADBF-5319722BC2BF}" dt="2024-12-26T03:04:31.581" v="959" actId="1076"/>
        <pc:sldMkLst>
          <pc:docMk/>
          <pc:sldMk cId="3374012754" sldId="472"/>
        </pc:sldMkLst>
      </pc:sldChg>
      <pc:sldChg chg="addSp delSp modSp add mod">
        <pc:chgData name="Cheems Wan" userId="341795a8eb526f30" providerId="LiveId" clId="{A076F249-C399-4C44-ADBF-5319722BC2BF}" dt="2024-12-26T03:20:16.609" v="1175" actId="1076"/>
        <pc:sldMkLst>
          <pc:docMk/>
          <pc:sldMk cId="2155172097" sldId="473"/>
        </pc:sldMkLst>
      </pc:sldChg>
      <pc:sldChg chg="addSp delSp modSp add mod">
        <pc:chgData name="Cheems Wan" userId="341795a8eb526f30" providerId="LiveId" clId="{A076F249-C399-4C44-ADBF-5319722BC2BF}" dt="2024-12-26T07:44:02.157" v="2085" actId="14100"/>
        <pc:sldMkLst>
          <pc:docMk/>
          <pc:sldMk cId="2858619187" sldId="474"/>
        </pc:sldMkLst>
      </pc:sldChg>
      <pc:sldChg chg="addSp delSp modSp add mod">
        <pc:chgData name="Cheems Wan" userId="341795a8eb526f30" providerId="LiveId" clId="{A076F249-C399-4C44-ADBF-5319722BC2BF}" dt="2024-12-26T07:44:22.167" v="2094" actId="1076"/>
        <pc:sldMkLst>
          <pc:docMk/>
          <pc:sldMk cId="209414694" sldId="475"/>
        </pc:sldMkLst>
      </pc:sldChg>
      <pc:sldChg chg="add del">
        <pc:chgData name="Cheems Wan" userId="341795a8eb526f30" providerId="LiveId" clId="{A076F249-C399-4C44-ADBF-5319722BC2BF}" dt="2024-12-26T07:06:11.469" v="1718" actId="2890"/>
        <pc:sldMkLst>
          <pc:docMk/>
          <pc:sldMk cId="1718283929" sldId="476"/>
        </pc:sldMkLst>
      </pc:sldChg>
      <pc:sldChg chg="addSp delSp modSp add mod">
        <pc:chgData name="Cheems Wan" userId="341795a8eb526f30" providerId="LiveId" clId="{A076F249-C399-4C44-ADBF-5319722BC2BF}" dt="2024-12-26T07:46:18.467" v="2128" actId="1076"/>
        <pc:sldMkLst>
          <pc:docMk/>
          <pc:sldMk cId="2127585311" sldId="476"/>
        </pc:sldMkLst>
      </pc:sldChg>
    </pc:docChg>
  </pc:docChgLst>
  <pc:docChgLst>
    <pc:chgData name="Cheems Wan" userId="341795a8eb526f30" providerId="LiveId" clId="{7099F5E7-C0BE-4864-A5D7-0F30E0238425}"/>
    <pc:docChg chg="undo redo custSel addSld delSld modSld modMainMaster">
      <pc:chgData name="Cheems Wan" userId="341795a8eb526f30" providerId="LiveId" clId="{7099F5E7-C0BE-4864-A5D7-0F30E0238425}" dt="2024-03-30T05:39:11.178" v="1999" actId="20577"/>
      <pc:docMkLst>
        <pc:docMk/>
      </pc:docMkLst>
      <pc:sldChg chg="delSp modSp mod">
        <pc:chgData name="Cheems Wan" userId="341795a8eb526f30" providerId="LiveId" clId="{7099F5E7-C0BE-4864-A5D7-0F30E0238425}" dt="2024-03-28T01:11:06.393" v="54"/>
        <pc:sldMkLst>
          <pc:docMk/>
          <pc:sldMk cId="148987028" sldId="256"/>
        </pc:sldMkLst>
      </pc:sldChg>
      <pc:sldChg chg="delSp mod">
        <pc:chgData name="Cheems Wan" userId="341795a8eb526f30" providerId="LiveId" clId="{7099F5E7-C0BE-4864-A5D7-0F30E0238425}" dt="2024-03-28T01:10:07.108" v="49" actId="478"/>
        <pc:sldMkLst>
          <pc:docMk/>
          <pc:sldMk cId="3407932023" sldId="287"/>
        </pc:sldMkLst>
      </pc:sldChg>
      <pc:sldChg chg="delSp modSp mod">
        <pc:chgData name="Cheems Wan" userId="341795a8eb526f30" providerId="LiveId" clId="{7099F5E7-C0BE-4864-A5D7-0F30E0238425}" dt="2024-03-28T02:54:26.837" v="1116"/>
        <pc:sldMkLst>
          <pc:docMk/>
          <pc:sldMk cId="0" sldId="322"/>
        </pc:sldMkLst>
      </pc:sldChg>
      <pc:sldChg chg="addSp delSp modSp mod">
        <pc:chgData name="Cheems Wan" userId="341795a8eb526f30" providerId="LiveId" clId="{7099F5E7-C0BE-4864-A5D7-0F30E0238425}" dt="2024-03-28T02:47:54.618" v="1050" actId="20577"/>
        <pc:sldMkLst>
          <pc:docMk/>
          <pc:sldMk cId="1710659833" sldId="417"/>
        </pc:sldMkLst>
      </pc:sldChg>
      <pc:sldChg chg="addSp delSp modSp mod">
        <pc:chgData name="Cheems Wan" userId="341795a8eb526f30" providerId="LiveId" clId="{7099F5E7-C0BE-4864-A5D7-0F30E0238425}" dt="2024-03-28T02:01:57.857" v="632"/>
        <pc:sldMkLst>
          <pc:docMk/>
          <pc:sldMk cId="2583429525" sldId="457"/>
        </pc:sldMkLst>
      </pc:sldChg>
      <pc:sldChg chg="addSp delSp modSp mod">
        <pc:chgData name="Cheems Wan" userId="341795a8eb526f30" providerId="LiveId" clId="{7099F5E7-C0BE-4864-A5D7-0F30E0238425}" dt="2024-03-28T02:48:06.665" v="1052" actId="20577"/>
        <pc:sldMkLst>
          <pc:docMk/>
          <pc:sldMk cId="3600390954" sldId="458"/>
        </pc:sldMkLst>
      </pc:sldChg>
      <pc:sldChg chg="addSp delSp modSp mod">
        <pc:chgData name="Cheems Wan" userId="341795a8eb526f30" providerId="LiveId" clId="{7099F5E7-C0BE-4864-A5D7-0F30E0238425}" dt="2024-03-28T03:00:45.400" v="1193" actId="1076"/>
        <pc:sldMkLst>
          <pc:docMk/>
          <pc:sldMk cId="632241151" sldId="459"/>
        </pc:sldMkLst>
      </pc:sldChg>
      <pc:sldChg chg="addSp delSp modSp mod">
        <pc:chgData name="Cheems Wan" userId="341795a8eb526f30" providerId="LiveId" clId="{7099F5E7-C0BE-4864-A5D7-0F30E0238425}" dt="2024-03-28T02:37:15.461" v="939" actId="14100"/>
        <pc:sldMkLst>
          <pc:docMk/>
          <pc:sldMk cId="1840249481" sldId="460"/>
        </pc:sldMkLst>
      </pc:sldChg>
      <pc:sldChg chg="addSp delSp modSp mod">
        <pc:chgData name="Cheems Wan" userId="341795a8eb526f30" providerId="LiveId" clId="{7099F5E7-C0BE-4864-A5D7-0F30E0238425}" dt="2024-03-28T02:40:55.674" v="960" actId="1076"/>
        <pc:sldMkLst>
          <pc:docMk/>
          <pc:sldMk cId="3881315752" sldId="461"/>
        </pc:sldMkLst>
      </pc:sldChg>
      <pc:sldChg chg="addSp delSp modSp mod">
        <pc:chgData name="Cheems Wan" userId="341795a8eb526f30" providerId="LiveId" clId="{7099F5E7-C0BE-4864-A5D7-0F30E0238425}" dt="2024-03-28T02:47:26.847" v="1046" actId="1076"/>
        <pc:sldMkLst>
          <pc:docMk/>
          <pc:sldMk cId="730895026" sldId="462"/>
        </pc:sldMkLst>
      </pc:sldChg>
      <pc:sldChg chg="addSp delSp modSp mod">
        <pc:chgData name="Cheems Wan" userId="341795a8eb526f30" providerId="LiveId" clId="{7099F5E7-C0BE-4864-A5D7-0F30E0238425}" dt="2024-03-28T02:53:45.395" v="1105" actId="1076"/>
        <pc:sldMkLst>
          <pc:docMk/>
          <pc:sldMk cId="2601581794" sldId="463"/>
        </pc:sldMkLst>
      </pc:sldChg>
      <pc:sldChg chg="addSp delSp modSp mod">
        <pc:chgData name="Cheems Wan" userId="341795a8eb526f30" providerId="LiveId" clId="{7099F5E7-C0BE-4864-A5D7-0F30E0238425}" dt="2024-03-28T02:59:13.368" v="1171" actId="732"/>
        <pc:sldMkLst>
          <pc:docMk/>
          <pc:sldMk cId="730005220" sldId="464"/>
        </pc:sldMkLst>
      </pc:sldChg>
      <pc:sldChg chg="addSp delSp modSp add del mod">
        <pc:chgData name="Cheems Wan" userId="341795a8eb526f30" providerId="LiveId" clId="{7099F5E7-C0BE-4864-A5D7-0F30E0238425}" dt="2024-03-28T05:26:37.166" v="1595" actId="1076"/>
        <pc:sldMkLst>
          <pc:docMk/>
          <pc:sldMk cId="497794323" sldId="465"/>
        </pc:sldMkLst>
      </pc:sldChg>
      <pc:sldChg chg="delSp del mod">
        <pc:chgData name="Cheems Wan" userId="341795a8eb526f30" providerId="LiveId" clId="{7099F5E7-C0BE-4864-A5D7-0F30E0238425}" dt="2024-03-28T02:59:48.513" v="1190" actId="47"/>
        <pc:sldMkLst>
          <pc:docMk/>
          <pc:sldMk cId="839467454" sldId="466"/>
        </pc:sldMkLst>
      </pc:sldChg>
      <pc:sldChg chg="delSp del mod">
        <pc:chgData name="Cheems Wan" userId="341795a8eb526f30" providerId="LiveId" clId="{7099F5E7-C0BE-4864-A5D7-0F30E0238425}" dt="2024-03-28T02:59:42.427" v="1187" actId="47"/>
        <pc:sldMkLst>
          <pc:docMk/>
          <pc:sldMk cId="92741395" sldId="467"/>
        </pc:sldMkLst>
      </pc:sldChg>
      <pc:sldChg chg="delSp del mod">
        <pc:chgData name="Cheems Wan" userId="341795a8eb526f30" providerId="LiveId" clId="{7099F5E7-C0BE-4864-A5D7-0F30E0238425}" dt="2024-03-28T02:59:40.502" v="1186" actId="47"/>
        <pc:sldMkLst>
          <pc:docMk/>
          <pc:sldMk cId="350309664" sldId="469"/>
        </pc:sldMkLst>
      </pc:sldChg>
      <pc:sldChg chg="delSp del mod">
        <pc:chgData name="Cheems Wan" userId="341795a8eb526f30" providerId="LiveId" clId="{7099F5E7-C0BE-4864-A5D7-0F30E0238425}" dt="2024-03-28T02:59:39.120" v="1185" actId="47"/>
        <pc:sldMkLst>
          <pc:docMk/>
          <pc:sldMk cId="1942259740" sldId="470"/>
        </pc:sldMkLst>
      </pc:sldChg>
      <pc:sldChg chg="delSp del mod">
        <pc:chgData name="Cheems Wan" userId="341795a8eb526f30" providerId="LiveId" clId="{7099F5E7-C0BE-4864-A5D7-0F30E0238425}" dt="2024-03-28T02:59:36.695" v="1184" actId="47"/>
        <pc:sldMkLst>
          <pc:docMk/>
          <pc:sldMk cId="1213908443" sldId="471"/>
        </pc:sldMkLst>
      </pc:sldChg>
      <pc:sldChg chg="delSp del mod">
        <pc:chgData name="Cheems Wan" userId="341795a8eb526f30" providerId="LiveId" clId="{7099F5E7-C0BE-4864-A5D7-0F30E0238425}" dt="2024-03-28T02:59:35.505" v="1183" actId="47"/>
        <pc:sldMkLst>
          <pc:docMk/>
          <pc:sldMk cId="2335994857" sldId="472"/>
        </pc:sldMkLst>
      </pc:sldChg>
      <pc:sldChg chg="delSp del mod">
        <pc:chgData name="Cheems Wan" userId="341795a8eb526f30" providerId="LiveId" clId="{7099F5E7-C0BE-4864-A5D7-0F30E0238425}" dt="2024-03-28T02:59:34.529" v="1182" actId="47"/>
        <pc:sldMkLst>
          <pc:docMk/>
          <pc:sldMk cId="3623895971" sldId="473"/>
        </pc:sldMkLst>
      </pc:sldChg>
      <pc:sldChg chg="delSp del mod">
        <pc:chgData name="Cheems Wan" userId="341795a8eb526f30" providerId="LiveId" clId="{7099F5E7-C0BE-4864-A5D7-0F30E0238425}" dt="2024-03-28T02:59:33.449" v="1181" actId="47"/>
        <pc:sldMkLst>
          <pc:docMk/>
          <pc:sldMk cId="4110414780" sldId="474"/>
        </pc:sldMkLst>
      </pc:sldChg>
      <pc:sldChg chg="delSp del mod">
        <pc:chgData name="Cheems Wan" userId="341795a8eb526f30" providerId="LiveId" clId="{7099F5E7-C0BE-4864-A5D7-0F30E0238425}" dt="2024-03-28T02:59:32.402" v="1180" actId="47"/>
        <pc:sldMkLst>
          <pc:docMk/>
          <pc:sldMk cId="4245893726" sldId="475"/>
        </pc:sldMkLst>
      </pc:sldChg>
      <pc:sldChg chg="delSp del mod">
        <pc:chgData name="Cheems Wan" userId="341795a8eb526f30" providerId="LiveId" clId="{7099F5E7-C0BE-4864-A5D7-0F30E0238425}" dt="2024-03-28T02:59:31.372" v="1179" actId="47"/>
        <pc:sldMkLst>
          <pc:docMk/>
          <pc:sldMk cId="258404476" sldId="476"/>
        </pc:sldMkLst>
      </pc:sldChg>
      <pc:sldChg chg="delSp del mod">
        <pc:chgData name="Cheems Wan" userId="341795a8eb526f30" providerId="LiveId" clId="{7099F5E7-C0BE-4864-A5D7-0F30E0238425}" dt="2024-03-28T02:59:30.447" v="1178" actId="47"/>
        <pc:sldMkLst>
          <pc:docMk/>
          <pc:sldMk cId="1625310669" sldId="477"/>
        </pc:sldMkLst>
      </pc:sldChg>
      <pc:sldChg chg="delSp del mod">
        <pc:chgData name="Cheems Wan" userId="341795a8eb526f30" providerId="LiveId" clId="{7099F5E7-C0BE-4864-A5D7-0F30E0238425}" dt="2024-03-28T02:59:29.614" v="1177" actId="47"/>
        <pc:sldMkLst>
          <pc:docMk/>
          <pc:sldMk cId="4172613143" sldId="478"/>
        </pc:sldMkLst>
      </pc:sldChg>
      <pc:sldChg chg="delSp del mod">
        <pc:chgData name="Cheems Wan" userId="341795a8eb526f30" providerId="LiveId" clId="{7099F5E7-C0BE-4864-A5D7-0F30E0238425}" dt="2024-03-28T02:59:28.710" v="1176" actId="47"/>
        <pc:sldMkLst>
          <pc:docMk/>
          <pc:sldMk cId="2491561281" sldId="479"/>
        </pc:sldMkLst>
      </pc:sldChg>
      <pc:sldChg chg="addSp delSp modSp add mod">
        <pc:chgData name="Cheems Wan" userId="341795a8eb526f30" providerId="LiveId" clId="{7099F5E7-C0BE-4864-A5D7-0F30E0238425}" dt="2024-03-28T02:33:08.116" v="911" actId="1076"/>
        <pc:sldMkLst>
          <pc:docMk/>
          <pc:sldMk cId="3250304853" sldId="480"/>
        </pc:sldMkLst>
      </pc:sldChg>
      <pc:sldChg chg="addSp delSp modSp add mod">
        <pc:chgData name="Cheems Wan" userId="341795a8eb526f30" providerId="LiveId" clId="{7099F5E7-C0BE-4864-A5D7-0F30E0238425}" dt="2024-03-28T05:27:09.221" v="1603" actId="732"/>
        <pc:sldMkLst>
          <pc:docMk/>
          <pc:sldMk cId="898185843" sldId="481"/>
        </pc:sldMkLst>
      </pc:sldChg>
      <pc:sldChg chg="addSp delSp modSp add mod">
        <pc:chgData name="Cheems Wan" userId="341795a8eb526f30" providerId="LiveId" clId="{7099F5E7-C0BE-4864-A5D7-0F30E0238425}" dt="2024-03-30T05:39:11.178" v="1999" actId="20577"/>
        <pc:sldMkLst>
          <pc:docMk/>
          <pc:sldMk cId="3134153400" sldId="482"/>
        </pc:sldMkLst>
      </pc:sldChg>
      <pc:sldMasterChg chg="modSp mod modSldLayout">
        <pc:chgData name="Cheems Wan" userId="341795a8eb526f30" providerId="LiveId" clId="{7099F5E7-C0BE-4864-A5D7-0F30E0238425}" dt="2024-03-28T01:09:10.519" v="25" actId="20577"/>
        <pc:sldMasterMkLst>
          <pc:docMk/>
          <pc:sldMasterMk cId="1057183051" sldId="2147483660"/>
        </pc:sldMasterMkLst>
        <pc:sldLayoutChg chg="modSp mod">
          <pc:chgData name="Cheems Wan" userId="341795a8eb526f30" providerId="LiveId" clId="{7099F5E7-C0BE-4864-A5D7-0F30E0238425}" dt="2024-03-28T01:09:10.519" v="25" actId="20577"/>
          <pc:sldLayoutMkLst>
            <pc:docMk/>
            <pc:sldMasterMk cId="1057183051" sldId="2147483660"/>
            <pc:sldLayoutMk cId="178910446" sldId="2147483661"/>
          </pc:sldLayoutMkLst>
        </pc:sldLayoutChg>
      </pc:sldMasterChg>
    </pc:docChg>
  </pc:docChgLst>
  <pc:docChgLst>
    <pc:chgData name="Cheems Wan" userId="341795a8eb526f30" providerId="LiveId" clId="{F1D725BB-121C-4A00-9A1B-849E90B17EB6}"/>
    <pc:docChg chg="undo custSel addSld delSld modSld">
      <pc:chgData name="Cheems Wan" userId="341795a8eb526f30" providerId="LiveId" clId="{F1D725BB-121C-4A00-9A1B-849E90B17EB6}" dt="2023-10-30T14:02:48.516" v="893" actId="1076"/>
      <pc:docMkLst>
        <pc:docMk/>
      </pc:docMkLst>
      <pc:sldChg chg="modSp mod">
        <pc:chgData name="Cheems Wan" userId="341795a8eb526f30" providerId="LiveId" clId="{F1D725BB-121C-4A00-9A1B-849E90B17EB6}" dt="2023-10-30T13:52:20.963" v="799" actId="20577"/>
        <pc:sldMkLst>
          <pc:docMk/>
          <pc:sldMk cId="148987028" sldId="256"/>
        </pc:sldMkLst>
      </pc:sldChg>
      <pc:sldChg chg="addSp delSp modSp mod">
        <pc:chgData name="Cheems Wan" userId="341795a8eb526f30" providerId="LiveId" clId="{F1D725BB-121C-4A00-9A1B-849E90B17EB6}" dt="2023-10-30T13:54:34.924" v="888" actId="20577"/>
        <pc:sldMkLst>
          <pc:docMk/>
          <pc:sldMk cId="3407932023" sldId="287"/>
        </pc:sldMkLst>
      </pc:sldChg>
      <pc:sldChg chg="modSp mod">
        <pc:chgData name="Cheems Wan" userId="341795a8eb526f30" providerId="LiveId" clId="{F1D725BB-121C-4A00-9A1B-849E90B17EB6}" dt="2023-10-30T13:52:24.545" v="801" actId="20577"/>
        <pc:sldMkLst>
          <pc:docMk/>
          <pc:sldMk cId="0" sldId="322"/>
        </pc:sldMkLst>
      </pc:sldChg>
      <pc:sldChg chg="del">
        <pc:chgData name="Cheems Wan" userId="341795a8eb526f30" providerId="LiveId" clId="{F1D725BB-121C-4A00-9A1B-849E90B17EB6}" dt="2023-10-30T13:07:48.109" v="226" actId="47"/>
        <pc:sldMkLst>
          <pc:docMk/>
          <pc:sldMk cId="0" sldId="360"/>
        </pc:sldMkLst>
      </pc:sldChg>
      <pc:sldChg chg="addSp delSp modSp mod">
        <pc:chgData name="Cheems Wan" userId="341795a8eb526f30" providerId="LiveId" clId="{F1D725BB-121C-4A00-9A1B-849E90B17EB6}" dt="2023-10-30T13:55:47.725" v="889" actId="1076"/>
        <pc:sldMkLst>
          <pc:docMk/>
          <pc:sldMk cId="1710659833" sldId="417"/>
        </pc:sldMkLst>
      </pc:sldChg>
      <pc:sldChg chg="del">
        <pc:chgData name="Cheems Wan" userId="341795a8eb526f30" providerId="LiveId" clId="{F1D725BB-121C-4A00-9A1B-849E90B17EB6}" dt="2023-10-30T13:26:35.603" v="384" actId="47"/>
        <pc:sldMkLst>
          <pc:docMk/>
          <pc:sldMk cId="2896038017" sldId="436"/>
        </pc:sldMkLst>
      </pc:sldChg>
      <pc:sldChg chg="del">
        <pc:chgData name="Cheems Wan" userId="341795a8eb526f30" providerId="LiveId" clId="{F1D725BB-121C-4A00-9A1B-849E90B17EB6}" dt="2023-10-30T13:07:49.961" v="227" actId="47"/>
        <pc:sldMkLst>
          <pc:docMk/>
          <pc:sldMk cId="3464338191" sldId="446"/>
        </pc:sldMkLst>
      </pc:sldChg>
      <pc:sldChg chg="del">
        <pc:chgData name="Cheems Wan" userId="341795a8eb526f30" providerId="LiveId" clId="{F1D725BB-121C-4A00-9A1B-849E90B17EB6}" dt="2023-10-30T13:07:51.002" v="228" actId="47"/>
        <pc:sldMkLst>
          <pc:docMk/>
          <pc:sldMk cId="1758400422" sldId="451"/>
        </pc:sldMkLst>
      </pc:sldChg>
      <pc:sldChg chg="del">
        <pc:chgData name="Cheems Wan" userId="341795a8eb526f30" providerId="LiveId" clId="{F1D725BB-121C-4A00-9A1B-849E90B17EB6}" dt="2023-10-30T13:07:51.797" v="229" actId="47"/>
        <pc:sldMkLst>
          <pc:docMk/>
          <pc:sldMk cId="811664836" sldId="452"/>
        </pc:sldMkLst>
      </pc:sldChg>
      <pc:sldChg chg="del">
        <pc:chgData name="Cheems Wan" userId="341795a8eb526f30" providerId="LiveId" clId="{F1D725BB-121C-4A00-9A1B-849E90B17EB6}" dt="2023-10-30T13:07:52.330" v="230" actId="47"/>
        <pc:sldMkLst>
          <pc:docMk/>
          <pc:sldMk cId="287525553" sldId="453"/>
        </pc:sldMkLst>
      </pc:sldChg>
      <pc:sldChg chg="del">
        <pc:chgData name="Cheems Wan" userId="341795a8eb526f30" providerId="LiveId" clId="{F1D725BB-121C-4A00-9A1B-849E90B17EB6}" dt="2023-10-30T13:26:32.913" v="382" actId="47"/>
        <pc:sldMkLst>
          <pc:docMk/>
          <pc:sldMk cId="3706402028" sldId="454"/>
        </pc:sldMkLst>
      </pc:sldChg>
      <pc:sldChg chg="del">
        <pc:chgData name="Cheems Wan" userId="341795a8eb526f30" providerId="LiveId" clId="{F1D725BB-121C-4A00-9A1B-849E90B17EB6}" dt="2023-10-30T13:26:31.292" v="381" actId="47"/>
        <pc:sldMkLst>
          <pc:docMk/>
          <pc:sldMk cId="596645330" sldId="455"/>
        </pc:sldMkLst>
      </pc:sldChg>
      <pc:sldChg chg="del">
        <pc:chgData name="Cheems Wan" userId="341795a8eb526f30" providerId="LiveId" clId="{F1D725BB-121C-4A00-9A1B-849E90B17EB6}" dt="2023-10-30T13:26:33.864" v="383" actId="47"/>
        <pc:sldMkLst>
          <pc:docMk/>
          <pc:sldMk cId="4217848236" sldId="456"/>
        </pc:sldMkLst>
      </pc:sldChg>
      <pc:sldChg chg="addSp delSp modSp add mod">
        <pc:chgData name="Cheems Wan" userId="341795a8eb526f30" providerId="LiveId" clId="{F1D725BB-121C-4A00-9A1B-849E90B17EB6}" dt="2023-10-30T13:52:31.256" v="806" actId="20577"/>
        <pc:sldMkLst>
          <pc:docMk/>
          <pc:sldMk cId="2583429525" sldId="457"/>
        </pc:sldMkLst>
      </pc:sldChg>
      <pc:sldChg chg="addSp delSp modSp add mod">
        <pc:chgData name="Cheems Wan" userId="341795a8eb526f30" providerId="LiveId" clId="{F1D725BB-121C-4A00-9A1B-849E90B17EB6}" dt="2023-10-30T13:52:35.818" v="809" actId="20577"/>
        <pc:sldMkLst>
          <pc:docMk/>
          <pc:sldMk cId="3600390954" sldId="458"/>
        </pc:sldMkLst>
      </pc:sldChg>
      <pc:sldChg chg="addSp delSp modSp add mod">
        <pc:chgData name="Cheems Wan" userId="341795a8eb526f30" providerId="LiveId" clId="{F1D725BB-121C-4A00-9A1B-849E90B17EB6}" dt="2023-10-30T13:52:40.128" v="812" actId="20577"/>
        <pc:sldMkLst>
          <pc:docMk/>
          <pc:sldMk cId="632241151" sldId="459"/>
        </pc:sldMkLst>
      </pc:sldChg>
      <pc:sldChg chg="addSp delSp modSp add mod">
        <pc:chgData name="Cheems Wan" userId="341795a8eb526f30" providerId="LiveId" clId="{F1D725BB-121C-4A00-9A1B-849E90B17EB6}" dt="2023-10-30T13:52:44.817" v="815" actId="20577"/>
        <pc:sldMkLst>
          <pc:docMk/>
          <pc:sldMk cId="1840249481" sldId="460"/>
        </pc:sldMkLst>
      </pc:sldChg>
      <pc:sldChg chg="addSp delSp modSp add mod">
        <pc:chgData name="Cheems Wan" userId="341795a8eb526f30" providerId="LiveId" clId="{F1D725BB-121C-4A00-9A1B-849E90B17EB6}" dt="2023-10-30T13:52:48.522" v="818" actId="20577"/>
        <pc:sldMkLst>
          <pc:docMk/>
          <pc:sldMk cId="3881315752" sldId="461"/>
        </pc:sldMkLst>
      </pc:sldChg>
      <pc:sldChg chg="addSp delSp modSp add mod">
        <pc:chgData name="Cheems Wan" userId="341795a8eb526f30" providerId="LiveId" clId="{F1D725BB-121C-4A00-9A1B-849E90B17EB6}" dt="2023-10-30T13:52:53.621" v="821" actId="20577"/>
        <pc:sldMkLst>
          <pc:docMk/>
          <pc:sldMk cId="730895026" sldId="462"/>
        </pc:sldMkLst>
      </pc:sldChg>
      <pc:sldChg chg="addSp delSp modSp add mod">
        <pc:chgData name="Cheems Wan" userId="341795a8eb526f30" providerId="LiveId" clId="{F1D725BB-121C-4A00-9A1B-849E90B17EB6}" dt="2023-10-30T13:53:03.297" v="830" actId="1076"/>
        <pc:sldMkLst>
          <pc:docMk/>
          <pc:sldMk cId="2601581794" sldId="463"/>
        </pc:sldMkLst>
      </pc:sldChg>
      <pc:sldChg chg="add del">
        <pc:chgData name="Cheems Wan" userId="341795a8eb526f30" providerId="LiveId" clId="{F1D725BB-121C-4A00-9A1B-849E90B17EB6}" dt="2023-10-30T13:14:11.226" v="292" actId="47"/>
        <pc:sldMkLst>
          <pc:docMk/>
          <pc:sldMk cId="3798517212" sldId="463"/>
        </pc:sldMkLst>
      </pc:sldChg>
      <pc:sldChg chg="addSp delSp modSp add mod">
        <pc:chgData name="Cheems Wan" userId="341795a8eb526f30" providerId="LiveId" clId="{F1D725BB-121C-4A00-9A1B-849E90B17EB6}" dt="2023-10-30T13:53:10.697" v="833" actId="20577"/>
        <pc:sldMkLst>
          <pc:docMk/>
          <pc:sldMk cId="730005220" sldId="464"/>
        </pc:sldMkLst>
      </pc:sldChg>
      <pc:sldChg chg="addSp delSp modSp add mod">
        <pc:chgData name="Cheems Wan" userId="341795a8eb526f30" providerId="LiveId" clId="{F1D725BB-121C-4A00-9A1B-849E90B17EB6}" dt="2023-10-30T13:53:16.145" v="836" actId="20577"/>
        <pc:sldMkLst>
          <pc:docMk/>
          <pc:sldMk cId="497794323" sldId="465"/>
        </pc:sldMkLst>
      </pc:sldChg>
      <pc:sldChg chg="addSp delSp modSp add mod">
        <pc:chgData name="Cheems Wan" userId="341795a8eb526f30" providerId="LiveId" clId="{F1D725BB-121C-4A00-9A1B-849E90B17EB6}" dt="2023-10-30T13:53:21.160" v="839" actId="20577"/>
        <pc:sldMkLst>
          <pc:docMk/>
          <pc:sldMk cId="839467454" sldId="466"/>
        </pc:sldMkLst>
      </pc:sldChg>
      <pc:sldChg chg="addSp delSp modSp add mod">
        <pc:chgData name="Cheems Wan" userId="341795a8eb526f30" providerId="LiveId" clId="{F1D725BB-121C-4A00-9A1B-849E90B17EB6}" dt="2023-10-30T13:53:25.405" v="842" actId="20577"/>
        <pc:sldMkLst>
          <pc:docMk/>
          <pc:sldMk cId="92741395" sldId="467"/>
        </pc:sldMkLst>
      </pc:sldChg>
      <pc:sldChg chg="add del">
        <pc:chgData name="Cheems Wan" userId="341795a8eb526f30" providerId="LiveId" clId="{F1D725BB-121C-4A00-9A1B-849E90B17EB6}" dt="2023-10-30T13:29:55.825" v="426" actId="47"/>
        <pc:sldMkLst>
          <pc:docMk/>
          <pc:sldMk cId="3771195409" sldId="468"/>
        </pc:sldMkLst>
      </pc:sldChg>
      <pc:sldChg chg="addSp delSp modSp add mod">
        <pc:chgData name="Cheems Wan" userId="341795a8eb526f30" providerId="LiveId" clId="{F1D725BB-121C-4A00-9A1B-849E90B17EB6}" dt="2023-10-30T13:53:29.989" v="845" actId="20577"/>
        <pc:sldMkLst>
          <pc:docMk/>
          <pc:sldMk cId="350309664" sldId="469"/>
        </pc:sldMkLst>
      </pc:sldChg>
      <pc:sldChg chg="addSp delSp modSp add mod">
        <pc:chgData name="Cheems Wan" userId="341795a8eb526f30" providerId="LiveId" clId="{F1D725BB-121C-4A00-9A1B-849E90B17EB6}" dt="2023-10-30T13:53:34.822" v="848" actId="20577"/>
        <pc:sldMkLst>
          <pc:docMk/>
          <pc:sldMk cId="1942259740" sldId="470"/>
        </pc:sldMkLst>
      </pc:sldChg>
      <pc:sldChg chg="addSp delSp modSp add mod">
        <pc:chgData name="Cheems Wan" userId="341795a8eb526f30" providerId="LiveId" clId="{F1D725BB-121C-4A00-9A1B-849E90B17EB6}" dt="2023-10-30T13:53:39.094" v="851" actId="20577"/>
        <pc:sldMkLst>
          <pc:docMk/>
          <pc:sldMk cId="1213908443" sldId="471"/>
        </pc:sldMkLst>
      </pc:sldChg>
      <pc:sldChg chg="addSp delSp modSp add mod">
        <pc:chgData name="Cheems Wan" userId="341795a8eb526f30" providerId="LiveId" clId="{F1D725BB-121C-4A00-9A1B-849E90B17EB6}" dt="2023-10-30T13:53:43.567" v="854" actId="20577"/>
        <pc:sldMkLst>
          <pc:docMk/>
          <pc:sldMk cId="2335994857" sldId="472"/>
        </pc:sldMkLst>
      </pc:sldChg>
      <pc:sldChg chg="addSp delSp modSp add mod">
        <pc:chgData name="Cheems Wan" userId="341795a8eb526f30" providerId="LiveId" clId="{F1D725BB-121C-4A00-9A1B-849E90B17EB6}" dt="2023-10-30T13:53:48.366" v="857" actId="20577"/>
        <pc:sldMkLst>
          <pc:docMk/>
          <pc:sldMk cId="3623895971" sldId="473"/>
        </pc:sldMkLst>
      </pc:sldChg>
      <pc:sldChg chg="addSp delSp modSp add mod">
        <pc:chgData name="Cheems Wan" userId="341795a8eb526f30" providerId="LiveId" clId="{F1D725BB-121C-4A00-9A1B-849E90B17EB6}" dt="2023-10-30T13:53:54.362" v="860" actId="20577"/>
        <pc:sldMkLst>
          <pc:docMk/>
          <pc:sldMk cId="4110414780" sldId="474"/>
        </pc:sldMkLst>
      </pc:sldChg>
      <pc:sldChg chg="addSp delSp modSp add mod">
        <pc:chgData name="Cheems Wan" userId="341795a8eb526f30" providerId="LiveId" clId="{F1D725BB-121C-4A00-9A1B-849E90B17EB6}" dt="2023-10-30T13:53:59.653" v="864" actId="20577"/>
        <pc:sldMkLst>
          <pc:docMk/>
          <pc:sldMk cId="4245893726" sldId="475"/>
        </pc:sldMkLst>
      </pc:sldChg>
      <pc:sldChg chg="addSp delSp modSp add mod">
        <pc:chgData name="Cheems Wan" userId="341795a8eb526f30" providerId="LiveId" clId="{F1D725BB-121C-4A00-9A1B-849E90B17EB6}" dt="2023-10-30T14:02:48.516" v="893" actId="1076"/>
        <pc:sldMkLst>
          <pc:docMk/>
          <pc:sldMk cId="258404476" sldId="476"/>
        </pc:sldMkLst>
      </pc:sldChg>
      <pc:sldChg chg="addSp delSp modSp add mod">
        <pc:chgData name="Cheems Wan" userId="341795a8eb526f30" providerId="LiveId" clId="{F1D725BB-121C-4A00-9A1B-849E90B17EB6}" dt="2023-10-30T13:54:19.279" v="876" actId="20577"/>
        <pc:sldMkLst>
          <pc:docMk/>
          <pc:sldMk cId="1625310669" sldId="477"/>
        </pc:sldMkLst>
      </pc:sldChg>
      <pc:sldChg chg="addSp delSp modSp add mod">
        <pc:chgData name="Cheems Wan" userId="341795a8eb526f30" providerId="LiveId" clId="{F1D725BB-121C-4A00-9A1B-849E90B17EB6}" dt="2023-10-30T13:54:24.112" v="880" actId="20577"/>
        <pc:sldMkLst>
          <pc:docMk/>
          <pc:sldMk cId="4172613143" sldId="478"/>
        </pc:sldMkLst>
      </pc:sldChg>
      <pc:sldChg chg="addSp delSp modSp add mod">
        <pc:chgData name="Cheems Wan" userId="341795a8eb526f30" providerId="LiveId" clId="{F1D725BB-121C-4A00-9A1B-849E90B17EB6}" dt="2023-10-30T13:54:29.262" v="884" actId="20577"/>
        <pc:sldMkLst>
          <pc:docMk/>
          <pc:sldMk cId="2491561281" sldId="479"/>
        </pc:sldMkLst>
      </pc:sldChg>
    </pc:docChg>
  </pc:docChgLst>
  <pc:docChgLst>
    <pc:chgData name="Cheems Wan" userId="341795a8eb526f30" providerId="LiveId" clId="{3AFA0DBE-A289-4941-94C8-08E340BC8F6C}"/>
    <pc:docChg chg="modSld">
      <pc:chgData name="Cheems Wan" userId="341795a8eb526f30" providerId="LiveId" clId="{3AFA0DBE-A289-4941-94C8-08E340BC8F6C}" dt="2025-01-31T05:48:17.102" v="0"/>
      <pc:docMkLst>
        <pc:docMk/>
      </pc:docMkLst>
      <pc:sldChg chg="modSp">
        <pc:chgData name="Cheems Wan" userId="341795a8eb526f30" providerId="LiveId" clId="{3AFA0DBE-A289-4941-94C8-08E340BC8F6C}" dt="2025-01-31T05:48:17.102" v="0"/>
        <pc:sldMkLst>
          <pc:docMk/>
          <pc:sldMk cId="3785767156" sldId="4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A85C2-88A6-4624-B932-9E4CD5389D72}" type="datetimeFigureOut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29E31-D650-4496-AACC-EED16BB310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01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668892-FD61-40F7-9CB0-749F5457631C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FAF8-9380-4E33-8AA1-225CF26AFCE4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pPr/>
              <a:t>‹#›</a:t>
            </a:fld>
            <a:r>
              <a:rPr lang="en-US" altLang="zh-CN" dirty="0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91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70FC-51B7-474B-BB3E-96520FB49467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29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30CB-1BA0-4977-A966-7F6335AC8036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80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B669-F3EA-4F0D-B354-D109A0729742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88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B124C-44FF-46EC-845E-1FDB6E441F57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A267-4A95-40E5-850E-DD1876037559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29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8674-4E6D-473B-A2B6-7EDFC826891A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80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679-D18C-40D8-88A5-344925947E51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83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8728-AE9E-4CAA-9CDD-335298EBC151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44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F024-960C-469E-A5D6-E6EE94A22999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25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4A9D3-B7AC-4459-A9A9-73B888FEC74C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69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C2856-FDD9-42EB-B2EF-3B7CD78B2B34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899A7-E28C-4AEE-8B4F-24CF6780A691}" type="slidenum">
              <a:rPr lang="zh-CN" altLang="en-US" smtClean="0"/>
              <a:pPr/>
              <a:t>‹#›</a:t>
            </a:fld>
            <a:r>
              <a:rPr lang="en-US" altLang="zh-CN" dirty="0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718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python3/python3-tutorial.htm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Code_LT/article/details/134928013" TargetMode="External"/><Relationship Id="rId2" Type="http://schemas.openxmlformats.org/officeDocument/2006/relationships/hyperlink" Target="https://blog.csdn.net/qq_44000789/article/details/142214660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blog.csdn.net/junleon/article/details/120698578" TargetMode="External"/><Relationship Id="rId4" Type="http://schemas.openxmlformats.org/officeDocument/2006/relationships/hyperlink" Target="https://blog.csdn.net/qq_45368632/article/details/12431470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>
            <a:extLst>
              <a:ext uri="{FF2B5EF4-FFF2-40B4-BE49-F238E27FC236}">
                <a16:creationId xmlns:a16="http://schemas.microsoft.com/office/drawing/2014/main" id="{10B0C890-102D-4D5B-AE24-3F0A996B5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247" y="2271174"/>
            <a:ext cx="6588919" cy="132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zh-CN" altLang="en-US" sz="3451" b="0" dirty="0">
              <a:solidFill>
                <a:schemeClr val="tx1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DDEF939-D1F2-4153-88DC-57B352A9D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712" y="1"/>
            <a:ext cx="1944291" cy="578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66A77A3-CE69-477F-81F4-E2D6B9BE9B1A}"/>
              </a:ext>
            </a:extLst>
          </p:cNvPr>
          <p:cNvSpPr txBox="1"/>
          <p:nvPr/>
        </p:nvSpPr>
        <p:spPr>
          <a:xfrm>
            <a:off x="686124" y="993904"/>
            <a:ext cx="77717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工作汇报</a:t>
            </a:r>
            <a:endParaRPr lang="en-US" altLang="zh-CN" sz="4000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endParaRPr lang="en-US" altLang="zh-CN" sz="4000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Rsoft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的建模、仿真</a:t>
            </a:r>
            <a:endParaRPr lang="en-US" altLang="zh-CN" sz="4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和数据处理</a:t>
            </a:r>
            <a:endParaRPr lang="en-US" altLang="zh-CN" sz="4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9F2810-49B7-43AE-9531-F1A140CD4A5F}"/>
              </a:ext>
            </a:extLst>
          </p:cNvPr>
          <p:cNvSpPr txBox="1"/>
          <p:nvPr/>
        </p:nvSpPr>
        <p:spPr>
          <a:xfrm>
            <a:off x="1333989" y="4232880"/>
            <a:ext cx="64760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中南大学机电工程学院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极端服役性能精准制造全国重点实验室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          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汇报学生：万强伟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          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汇报时间：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2025.3.28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3185E9C-92FD-6BE7-BEA9-56ACBED0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87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026"/>
          <p:cNvSpPr txBox="1">
            <a:spLocks noChangeArrowheads="1"/>
          </p:cNvSpPr>
          <p:nvPr/>
        </p:nvSpPr>
        <p:spPr bwMode="auto">
          <a:xfrm>
            <a:off x="1000125" y="888613"/>
            <a:ext cx="3571875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44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汇报提纲</a:t>
            </a:r>
            <a:endParaRPr lang="en-US" altLang="zh-CN" sz="4400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5" name="Rectangle 1034"/>
          <p:cNvSpPr>
            <a:spLocks noChangeArrowheads="1"/>
          </p:cNvSpPr>
          <p:nvPr/>
        </p:nvSpPr>
        <p:spPr bwMode="auto">
          <a:xfrm>
            <a:off x="1566802" y="2098535"/>
            <a:ext cx="5765815" cy="13936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46100" indent="-53340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tabLst>
                <a:tab pos="807720" algn="l"/>
                <a:tab pos="901700" algn="l"/>
              </a:tabLs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环境配置及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6100" indent="-53340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tabLst>
                <a:tab pos="807720" algn="l"/>
                <a:tab pos="901700" algn="l"/>
              </a:tabLst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6100" indent="-53340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tabLst>
                <a:tab pos="807720" algn="l"/>
                <a:tab pos="901700" algn="l"/>
              </a:tabLs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6100" indent="-53340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tabLst>
                <a:tab pos="807720" algn="l"/>
                <a:tab pos="901700" algn="l"/>
              </a:tabLst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6100" indent="-53340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tabLst>
                <a:tab pos="807720" algn="l"/>
                <a:tab pos="901700" algn="l"/>
              </a:tabLst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6100" indent="-53340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tabLst>
                <a:tab pos="807720" algn="l"/>
                <a:tab pos="901700" algn="l"/>
              </a:tabLst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6100" indent="-53340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tabLst>
                <a:tab pos="807720" algn="l"/>
                <a:tab pos="901700" algn="l"/>
              </a:tabLst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5D33B-573B-D2F0-BDF4-CD89AB4C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282"/>
    </mc:Choice>
    <mc:Fallback xmlns="">
      <p:transition advTm="228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64">
            <a:extLst>
              <a:ext uri="{FF2B5EF4-FFF2-40B4-BE49-F238E27FC236}">
                <a16:creationId xmlns:a16="http://schemas.microsoft.com/office/drawing/2014/main" id="{948B1610-797C-4800-A172-DF7755779012}"/>
              </a:ext>
            </a:extLst>
          </p:cNvPr>
          <p:cNvSpPr/>
          <p:nvPr/>
        </p:nvSpPr>
        <p:spPr>
          <a:xfrm>
            <a:off x="1500045" y="3708804"/>
            <a:ext cx="5654589" cy="865698"/>
          </a:xfrm>
          <a:prstGeom prst="roundRect">
            <a:avLst/>
          </a:prstGeom>
          <a:solidFill>
            <a:srgbClr val="FF484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因此希望使用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来完成编写工作，将所需的函数全部重新编写，以更加全面的实现所需要的功能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4B7803FB-451F-82CA-342D-88A6A0938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73" y="312130"/>
            <a:ext cx="6277709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环境配置及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F94E30BB-4C6F-7AF3-C034-EEBE3557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6AF691-ED1C-9C43-3190-98AFE3CF4B7B}"/>
              </a:ext>
            </a:extLst>
          </p:cNvPr>
          <p:cNvSpPr txBox="1"/>
          <p:nvPr/>
        </p:nvSpPr>
        <p:spPr>
          <a:xfrm>
            <a:off x="715046" y="1629055"/>
            <a:ext cx="7662600" cy="1987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Rsoft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调用的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api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接口，官方文件自带的函数有许多功能无法实现，如：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①添加部件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add_segment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，只可实现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的偏移，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无法实现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angle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的偏移、线型的设置</a:t>
            </a:r>
            <a:endParaRPr lang="en-US" altLang="zh-CN" sz="1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连接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部件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x-none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attach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只可以连接两端，无法实现连接偏移的设置</a:t>
            </a:r>
            <a:endParaRPr lang="en-US" altLang="zh-CN" sz="1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无法很好的设置监视器路径及光源等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en-US" altLang="zh-CN" sz="1600" b="0" dirty="0">
                <a:solidFill>
                  <a:schemeClr val="tx1"/>
                </a:solidFill>
                <a:sym typeface="+mn-ea"/>
              </a:rPr>
              <a:t>	</a:t>
            </a:r>
            <a:r>
              <a:rPr lang="zh-CN" altLang="en-US" sz="1600" b="0" dirty="0">
                <a:solidFill>
                  <a:schemeClr val="tx1"/>
                </a:solidFill>
                <a:sym typeface="+mn-ea"/>
              </a:rPr>
              <a:t>④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解释器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Python2.7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无法使用许多外部库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，造成封闭问题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圆角矩形 6">
            <a:extLst>
              <a:ext uri="{FF2B5EF4-FFF2-40B4-BE49-F238E27FC236}">
                <a16:creationId xmlns:a16="http://schemas.microsoft.com/office/drawing/2014/main" id="{F32FBA93-53F3-20F4-AF41-CE68EA4D7851}"/>
              </a:ext>
            </a:extLst>
          </p:cNvPr>
          <p:cNvSpPr/>
          <p:nvPr/>
        </p:nvSpPr>
        <p:spPr>
          <a:xfrm>
            <a:off x="771136" y="1049151"/>
            <a:ext cx="2094613" cy="42187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</a:t>
            </a:r>
          </a:p>
        </p:txBody>
      </p:sp>
      <p:sp>
        <p:nvSpPr>
          <p:cNvPr id="24" name="圆角矩形 6">
            <a:extLst>
              <a:ext uri="{FF2B5EF4-FFF2-40B4-BE49-F238E27FC236}">
                <a16:creationId xmlns:a16="http://schemas.microsoft.com/office/drawing/2014/main" id="{B2B7D1D6-C6B0-6C33-47A4-F1E695C17C2C}"/>
              </a:ext>
            </a:extLst>
          </p:cNvPr>
          <p:cNvSpPr/>
          <p:nvPr/>
        </p:nvSpPr>
        <p:spPr>
          <a:xfrm>
            <a:off x="771135" y="4877740"/>
            <a:ext cx="2094613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E1AB1-6A06-0054-A16D-CF4F1971804B}"/>
              </a:ext>
            </a:extLst>
          </p:cNvPr>
          <p:cNvSpPr txBox="1"/>
          <p:nvPr/>
        </p:nvSpPr>
        <p:spPr>
          <a:xfrm>
            <a:off x="1362507" y="543951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>
                <a:hlinkClick r:id="rId2"/>
              </a:rPr>
              <a:t>Python3 </a:t>
            </a:r>
            <a:r>
              <a:rPr lang="zh-CN" altLang="en-US" dirty="0">
                <a:hlinkClick r:id="rId2"/>
              </a:rPr>
              <a:t>教程 </a:t>
            </a:r>
            <a:r>
              <a:rPr lang="en-US" altLang="zh-CN" dirty="0">
                <a:hlinkClick r:id="rId2"/>
              </a:rPr>
              <a:t>| </a:t>
            </a:r>
            <a:r>
              <a:rPr lang="zh-CN" altLang="en-US" dirty="0">
                <a:hlinkClick r:id="rId2"/>
              </a:rPr>
              <a:t>菜鸟教程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33B4-C8E6-E4EC-87CF-5DB83AF3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2921A6CD-58F9-FD18-C871-2DE82C0DB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73" y="312130"/>
            <a:ext cx="6277709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环境配置及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27F8E677-866C-7B78-12FA-15054A7F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AB128F-F91E-F699-926D-067DF2D4BD96}"/>
              </a:ext>
            </a:extLst>
          </p:cNvPr>
          <p:cNvSpPr txBox="1"/>
          <p:nvPr/>
        </p:nvSpPr>
        <p:spPr>
          <a:xfrm>
            <a:off x="715046" y="1254581"/>
            <a:ext cx="7662600" cy="704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	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Anaconda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可以轻松地创建、管理和切换不同的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环境，方便的切换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环境，防止环境包与包的版本冲突，可以便捷导入与导出包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圆角矩形 6">
            <a:extLst>
              <a:ext uri="{FF2B5EF4-FFF2-40B4-BE49-F238E27FC236}">
                <a16:creationId xmlns:a16="http://schemas.microsoft.com/office/drawing/2014/main" id="{7F17D0BB-2E52-2405-4A8C-6950B11A12C7}"/>
              </a:ext>
            </a:extLst>
          </p:cNvPr>
          <p:cNvSpPr/>
          <p:nvPr/>
        </p:nvSpPr>
        <p:spPr>
          <a:xfrm>
            <a:off x="771136" y="787890"/>
            <a:ext cx="2094613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环境配置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156A32-2B38-7425-42A2-FE1D87EE7871}"/>
              </a:ext>
            </a:extLst>
          </p:cNvPr>
          <p:cNvSpPr txBox="1"/>
          <p:nvPr/>
        </p:nvSpPr>
        <p:spPr>
          <a:xfrm>
            <a:off x="771136" y="2032854"/>
            <a:ext cx="7466813" cy="13546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hlinkClick r:id="rId2"/>
              </a:rPr>
              <a:t>最新版最详细</a:t>
            </a:r>
            <a:r>
              <a:rPr lang="en-US" altLang="zh-CN" dirty="0">
                <a:hlinkClick r:id="rId2"/>
              </a:rPr>
              <a:t>Anaconda</a:t>
            </a:r>
            <a:r>
              <a:rPr lang="zh-CN" altLang="en-US" dirty="0">
                <a:hlinkClick r:id="rId2"/>
              </a:rPr>
              <a:t>新手安装</a:t>
            </a:r>
            <a:r>
              <a:rPr lang="en-US" altLang="zh-CN" dirty="0">
                <a:hlinkClick r:id="rId2"/>
              </a:rPr>
              <a:t>+</a:t>
            </a:r>
            <a:r>
              <a:rPr lang="zh-CN" altLang="en-US" dirty="0">
                <a:hlinkClick r:id="rId2"/>
              </a:rPr>
              <a:t>配置</a:t>
            </a:r>
            <a:r>
              <a:rPr lang="en-US" altLang="zh-CN" dirty="0">
                <a:hlinkClick r:id="rId2"/>
              </a:rPr>
              <a:t>+</a:t>
            </a:r>
            <a:r>
              <a:rPr lang="zh-CN" altLang="en-US" dirty="0">
                <a:hlinkClick r:id="rId2"/>
              </a:rPr>
              <a:t>环境创建教程</a:t>
            </a:r>
            <a:r>
              <a:rPr lang="en-US" altLang="zh-CN" dirty="0">
                <a:hlinkClick r:id="rId2"/>
              </a:rPr>
              <a:t>-CSDN</a:t>
            </a:r>
            <a:r>
              <a:rPr lang="zh-CN" altLang="en-US" dirty="0">
                <a:hlinkClick r:id="rId2"/>
              </a:rPr>
              <a:t>博客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fr-FR" altLang="zh-CN" dirty="0">
                <a:hlinkClick r:id="rId3"/>
              </a:rPr>
              <a:t>【Python】conda</a:t>
            </a:r>
            <a:r>
              <a:rPr lang="zh-CN" altLang="en-US" dirty="0">
                <a:hlinkClick r:id="rId3"/>
              </a:rPr>
              <a:t>镜像配置，</a:t>
            </a:r>
            <a:r>
              <a:rPr lang="en-US" altLang="zh-CN" dirty="0">
                <a:hlinkClick r:id="rId3"/>
              </a:rPr>
              <a:t>.</a:t>
            </a:r>
            <a:r>
              <a:rPr lang="fr-FR" altLang="zh-CN" dirty="0">
                <a:hlinkClick r:id="rId3"/>
              </a:rPr>
              <a:t>condarc</a:t>
            </a:r>
            <a:r>
              <a:rPr lang="zh-CN" altLang="en-US" dirty="0">
                <a:hlinkClick r:id="rId3"/>
              </a:rPr>
              <a:t>文件详解，</a:t>
            </a:r>
            <a:r>
              <a:rPr lang="fr-FR" altLang="zh-CN" dirty="0">
                <a:hlinkClick r:id="rId3"/>
              </a:rPr>
              <a:t>channel</a:t>
            </a:r>
            <a:r>
              <a:rPr lang="zh-CN" altLang="en-US" dirty="0">
                <a:hlinkClick r:id="rId3"/>
              </a:rPr>
              <a:t>镜像</a:t>
            </a:r>
            <a:r>
              <a:rPr lang="en-US" altLang="zh-CN" dirty="0">
                <a:hlinkClick r:id="rId3"/>
              </a:rPr>
              <a:t>-</a:t>
            </a:r>
            <a:r>
              <a:rPr lang="fr-FR" altLang="zh-CN" dirty="0">
                <a:hlinkClick r:id="rId3"/>
              </a:rPr>
              <a:t>CSDN</a:t>
            </a:r>
            <a:r>
              <a:rPr lang="zh-CN" altLang="en-US" dirty="0">
                <a:hlinkClick r:id="rId3"/>
              </a:rPr>
              <a:t>博客</a:t>
            </a:r>
            <a:endParaRPr lang="en-US" altLang="zh-CN" dirty="0"/>
          </a:p>
          <a:p>
            <a:pPr>
              <a:lnSpc>
                <a:spcPts val="2500"/>
              </a:lnSpc>
            </a:pPr>
            <a:r>
              <a:rPr lang="en-US" altLang="zh-CN" dirty="0">
                <a:hlinkClick r:id="rId4"/>
              </a:rPr>
              <a:t>Anaconda</a:t>
            </a:r>
            <a:r>
              <a:rPr lang="zh-CN" altLang="en-US" dirty="0">
                <a:hlinkClick r:id="rId4"/>
              </a:rPr>
              <a:t>安装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环境管理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包管理</a:t>
            </a:r>
            <a:r>
              <a:rPr lang="en-US" altLang="zh-CN" dirty="0">
                <a:hlinkClick r:id="rId4"/>
              </a:rPr>
              <a:t>+</a:t>
            </a:r>
            <a:r>
              <a:rPr lang="zh-CN" altLang="en-US" dirty="0">
                <a:hlinkClick r:id="rId4"/>
              </a:rPr>
              <a:t>实际演练例子（全网最详细）</a:t>
            </a:r>
            <a:r>
              <a:rPr lang="en-US" altLang="zh-CN" dirty="0">
                <a:hlinkClick r:id="rId4"/>
              </a:rPr>
              <a:t>_anaconda</a:t>
            </a:r>
            <a:r>
              <a:rPr lang="zh-CN" altLang="en-US" dirty="0">
                <a:hlinkClick r:id="rId4"/>
              </a:rPr>
              <a:t>包应用实例</a:t>
            </a:r>
            <a:r>
              <a:rPr lang="en-US" altLang="zh-CN" dirty="0">
                <a:hlinkClick r:id="rId4"/>
              </a:rPr>
              <a:t>-CSDN</a:t>
            </a:r>
            <a:r>
              <a:rPr lang="zh-CN" altLang="en-US" dirty="0">
                <a:hlinkClick r:id="rId4"/>
              </a:rPr>
              <a:t>博客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圆角矩形 6">
            <a:extLst>
              <a:ext uri="{FF2B5EF4-FFF2-40B4-BE49-F238E27FC236}">
                <a16:creationId xmlns:a16="http://schemas.microsoft.com/office/drawing/2014/main" id="{1524CDB6-CBC4-C9A1-6CD7-B6A174864D56}"/>
              </a:ext>
            </a:extLst>
          </p:cNvPr>
          <p:cNvSpPr/>
          <p:nvPr/>
        </p:nvSpPr>
        <p:spPr>
          <a:xfrm>
            <a:off x="771135" y="3417509"/>
            <a:ext cx="2094613" cy="4055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06C1A6-9AB5-1CF9-553B-11676F04C63E}"/>
              </a:ext>
            </a:extLst>
          </p:cNvPr>
          <p:cNvSpPr txBox="1"/>
          <p:nvPr/>
        </p:nvSpPr>
        <p:spPr>
          <a:xfrm>
            <a:off x="771135" y="3868643"/>
            <a:ext cx="7662600" cy="704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fr-F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PyCharm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是一种</a:t>
            </a:r>
            <a:r>
              <a:rPr lang="fr-F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 IDE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集成开发环境，带有一整套可以帮助用户在使用</a:t>
            </a:r>
            <a:r>
              <a:rPr lang="fr-F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语言开发时提高其效率的工具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3E0E4D-23C5-5859-9FF9-6A0B0FB5FB00}"/>
              </a:ext>
            </a:extLst>
          </p:cNvPr>
          <p:cNvSpPr txBox="1"/>
          <p:nvPr/>
        </p:nvSpPr>
        <p:spPr>
          <a:xfrm>
            <a:off x="771134" y="4579585"/>
            <a:ext cx="7466813" cy="713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dirty="0">
                <a:hlinkClick r:id="rId5"/>
              </a:rPr>
              <a:t>（超详细）</a:t>
            </a:r>
            <a:r>
              <a:rPr lang="fr-FR" altLang="zh-CN" dirty="0">
                <a:hlinkClick r:id="rId5"/>
              </a:rPr>
              <a:t>Python+PyCharm</a:t>
            </a:r>
            <a:r>
              <a:rPr lang="zh-CN" altLang="en-US" dirty="0">
                <a:hlinkClick r:id="rId5"/>
              </a:rPr>
              <a:t>的安装步骤及</a:t>
            </a:r>
            <a:r>
              <a:rPr lang="fr-FR" altLang="zh-CN" dirty="0">
                <a:hlinkClick r:id="rId5"/>
              </a:rPr>
              <a:t>PyCharm</a:t>
            </a:r>
            <a:r>
              <a:rPr lang="zh-CN" altLang="en-US" dirty="0">
                <a:hlinkClick r:id="rId5"/>
              </a:rPr>
              <a:t>的使用（含快捷键）</a:t>
            </a:r>
            <a:r>
              <a:rPr lang="en-US" altLang="zh-CN" dirty="0">
                <a:hlinkClick r:id="rId5"/>
              </a:rPr>
              <a:t>_</a:t>
            </a:r>
            <a:r>
              <a:rPr lang="fr-FR" altLang="zh-CN" dirty="0">
                <a:hlinkClick r:id="rId5"/>
              </a:rPr>
              <a:t>python pycharm-CSDN</a:t>
            </a:r>
            <a:r>
              <a:rPr lang="zh-CN" altLang="en-US" dirty="0">
                <a:hlinkClick r:id="rId5"/>
              </a:rPr>
              <a:t>博客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478F1F6-CDDD-B34F-288E-F5AF50D06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625" y="5685223"/>
            <a:ext cx="6961170" cy="102694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86B3086-6DB3-5FBB-5112-5626E2E209D9}"/>
              </a:ext>
            </a:extLst>
          </p:cNvPr>
          <p:cNvSpPr txBox="1"/>
          <p:nvPr/>
        </p:nvSpPr>
        <p:spPr>
          <a:xfrm>
            <a:off x="1245694" y="5283696"/>
            <a:ext cx="6740073" cy="38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软件安装包及破解工具已上传至“华为云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共享文件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软件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275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7625-3E67-81C7-1696-A1D19E12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9C02C5EA-0333-73E4-597C-30747B9BB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B69DAC00-17FA-4093-90E3-47259471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A6C66C-8EE4-6808-F263-7A80765C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8" y="1961877"/>
            <a:ext cx="2286000" cy="2533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A93F96D-1C2A-9896-DD45-D07BA490C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105" y="2719114"/>
            <a:ext cx="42576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3E4DA-FEE5-B235-E8B2-79754659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7865088D-55BB-D4AF-111C-511744FF5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ADB44E6D-17CF-1C37-93BA-1C40723E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圆角矩形 6">
            <a:extLst>
              <a:ext uri="{FF2B5EF4-FFF2-40B4-BE49-F238E27FC236}">
                <a16:creationId xmlns:a16="http://schemas.microsoft.com/office/drawing/2014/main" id="{4945EB3C-46DE-8464-A4D9-E1D1E77185A0}"/>
              </a:ext>
            </a:extLst>
          </p:cNvPr>
          <p:cNvSpPr/>
          <p:nvPr/>
        </p:nvSpPr>
        <p:spPr>
          <a:xfrm>
            <a:off x="414083" y="733461"/>
            <a:ext cx="2094613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RsoftCad.py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5CF1A4-8CBF-D336-0D94-ABBFCE6A9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950"/>
            <a:ext cx="9144000" cy="5981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86CA87-8B37-5CFE-EBF1-A8AC26507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38" y="1956291"/>
            <a:ext cx="2786743" cy="13576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7A200B1-0C08-C95F-89FE-ED0244159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38" y="3402135"/>
            <a:ext cx="3655559" cy="33232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C2FE2C-BFE7-5E90-0407-29FF008A7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22659"/>
            <a:ext cx="9144000" cy="88383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B3E4117-5C0B-110D-6244-DC04CCAB5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94690"/>
            <a:ext cx="9144000" cy="55836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ABF9E06-0668-1166-A7EA-078801A8D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338" y="5456250"/>
            <a:ext cx="4631006" cy="127977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98C8B87-0CD7-7EF3-F98D-786A4EAA8979}"/>
              </a:ext>
            </a:extLst>
          </p:cNvPr>
          <p:cNvSpPr txBox="1"/>
          <p:nvPr/>
        </p:nvSpPr>
        <p:spPr>
          <a:xfrm>
            <a:off x="2573857" y="743241"/>
            <a:ext cx="6247928" cy="38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可实现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Rsoft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的参数、材料、结构、路径、监视器、光源设置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14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954A-3069-91C6-BA01-7148BC85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23C061EF-9D53-CEB8-4532-CA37FA55D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1334A041-DF42-74D9-A62A-F83CA1E1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圆角矩形 6">
            <a:extLst>
              <a:ext uri="{FF2B5EF4-FFF2-40B4-BE49-F238E27FC236}">
                <a16:creationId xmlns:a16="http://schemas.microsoft.com/office/drawing/2014/main" id="{8F4D63E8-F204-AEAA-0AE4-D12B76CE171C}"/>
              </a:ext>
            </a:extLst>
          </p:cNvPr>
          <p:cNvSpPr/>
          <p:nvPr/>
        </p:nvSpPr>
        <p:spPr>
          <a:xfrm>
            <a:off x="771134" y="733461"/>
            <a:ext cx="2094613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RsoftCad.py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0E6568-2CB0-DBAD-5440-0EBC2A361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1421402"/>
            <a:ext cx="8162925" cy="5143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9D79CEF-D3F6-2C79-B8D7-E1D9355F1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42" y="2022769"/>
            <a:ext cx="6932023" cy="45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68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07D3-7C09-3F57-5C84-8028AD02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BB41E7F1-B4D5-15C7-5DE4-D6C1DC310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70052E80-5B26-6F98-879F-FD4F3E2D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圆角矩形 6">
            <a:extLst>
              <a:ext uri="{FF2B5EF4-FFF2-40B4-BE49-F238E27FC236}">
                <a16:creationId xmlns:a16="http://schemas.microsoft.com/office/drawing/2014/main" id="{498A643E-F537-1FDF-7A09-810A7A808A7C}"/>
              </a:ext>
            </a:extLst>
          </p:cNvPr>
          <p:cNvSpPr/>
          <p:nvPr/>
        </p:nvSpPr>
        <p:spPr>
          <a:xfrm>
            <a:off x="92104" y="727765"/>
            <a:ext cx="2520706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RsoftSimulation.py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077DD4-70A0-6E11-1E9A-8396AB83C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4" y="1206709"/>
            <a:ext cx="7101175" cy="44009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67EE74B-E582-1993-1E04-BCB7779DE08B}"/>
              </a:ext>
            </a:extLst>
          </p:cNvPr>
          <p:cNvSpPr txBox="1"/>
          <p:nvPr/>
        </p:nvSpPr>
        <p:spPr>
          <a:xfrm>
            <a:off x="2612810" y="738351"/>
            <a:ext cx="6247928" cy="38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可实现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Rsoft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的单次仿真、扫描仿真、优化仿真、正交仿真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5B9706-A4FC-4DB0-3E48-ACF8801A1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4" y="1661278"/>
            <a:ext cx="4209930" cy="7339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BA8B9DE-DB62-4EAF-56FB-3E8137F3F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4" y="2409656"/>
            <a:ext cx="4469300" cy="12894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D8224B-D749-DC3F-7CED-979010766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91" y="3731011"/>
            <a:ext cx="5948614" cy="13365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FDDAD3-798D-C588-FC36-97F2873A2D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4" y="5099425"/>
            <a:ext cx="7245531" cy="137729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F7F8111-EB6B-F901-DE1B-5A20539D2A40}"/>
              </a:ext>
            </a:extLst>
          </p:cNvPr>
          <p:cNvSpPr txBox="1"/>
          <p:nvPr/>
        </p:nvSpPr>
        <p:spPr>
          <a:xfrm>
            <a:off x="4777667" y="1866716"/>
            <a:ext cx="4190528" cy="10252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还包含了最小化仿真窗口（可防止仿真窗口影响做其他事情）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点击许可证错误“否”的功能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（待测试）</a:t>
            </a:r>
            <a:endParaRPr lang="en-US" altLang="zh-CN" sz="1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A72343A-F0F5-1AE2-5168-2FA9205DD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5876" y="5111157"/>
            <a:ext cx="4421759" cy="44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77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7517-6BA7-EA61-5FE7-B8791866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F6578B45-358B-0EA3-7B5B-1D2652AD5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FCD7EE3D-5801-7B84-A85C-5A9F6608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圆角矩形 6">
            <a:extLst>
              <a:ext uri="{FF2B5EF4-FFF2-40B4-BE49-F238E27FC236}">
                <a16:creationId xmlns:a16="http://schemas.microsoft.com/office/drawing/2014/main" id="{A3E57852-9AF5-8BFE-DAB3-AA72D2D106A3}"/>
              </a:ext>
            </a:extLst>
          </p:cNvPr>
          <p:cNvSpPr/>
          <p:nvPr/>
        </p:nvSpPr>
        <p:spPr>
          <a:xfrm>
            <a:off x="735127" y="764040"/>
            <a:ext cx="3095233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RsoftSimulation.py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2C466ED-76A7-C001-7CD7-253EFD4ED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359" y="1308436"/>
            <a:ext cx="6377650" cy="5873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21A7A30-2CA2-EEDD-CE97-ECB0F56F9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359" y="1979444"/>
            <a:ext cx="6439173" cy="16703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E4B18B-432F-7A11-CC9B-218241CB4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263" y="72054"/>
            <a:ext cx="4561938" cy="119453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CC399DA-3622-2226-A291-B359E9D1435B}"/>
              </a:ext>
            </a:extLst>
          </p:cNvPr>
          <p:cNvSpPr txBox="1"/>
          <p:nvPr/>
        </p:nvSpPr>
        <p:spPr>
          <a:xfrm>
            <a:off x="413775" y="1410054"/>
            <a:ext cx="1245088" cy="38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单次仿真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481C1C-4F0E-0D4F-953F-2114C1F7CB95}"/>
              </a:ext>
            </a:extLst>
          </p:cNvPr>
          <p:cNvSpPr txBox="1"/>
          <p:nvPr/>
        </p:nvSpPr>
        <p:spPr>
          <a:xfrm>
            <a:off x="436633" y="4029773"/>
            <a:ext cx="1199371" cy="38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优化仿真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D2F94F-CF32-2455-C9C6-4D8871659948}"/>
              </a:ext>
            </a:extLst>
          </p:cNvPr>
          <p:cNvSpPr txBox="1"/>
          <p:nvPr/>
        </p:nvSpPr>
        <p:spPr>
          <a:xfrm>
            <a:off x="413775" y="2558927"/>
            <a:ext cx="1105062" cy="38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扫描仿真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E954354-C4DB-0A5A-CED4-451FEE0E1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863" y="3733448"/>
            <a:ext cx="7458672" cy="97673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9F38DEF-66A9-54FD-3EF6-986DF89B033C}"/>
              </a:ext>
            </a:extLst>
          </p:cNvPr>
          <p:cNvSpPr txBox="1"/>
          <p:nvPr/>
        </p:nvSpPr>
        <p:spPr>
          <a:xfrm>
            <a:off x="413775" y="5308579"/>
            <a:ext cx="1199371" cy="384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正交仿真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BDF76DA-EA44-C4D6-4770-B65F6C7BA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004" y="4793871"/>
            <a:ext cx="7156648" cy="167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23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2793-EA75-CF3E-CE62-A76DB0E5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E3392699-0E71-6302-3C59-95EF215AC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65ACF881-9D14-7E1E-880E-49E943AC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圆角矩形 6">
            <a:extLst>
              <a:ext uri="{FF2B5EF4-FFF2-40B4-BE49-F238E27FC236}">
                <a16:creationId xmlns:a16="http://schemas.microsoft.com/office/drawing/2014/main" id="{185583FE-E22F-13D3-0C2B-3708DF5740B2}"/>
              </a:ext>
            </a:extLst>
          </p:cNvPr>
          <p:cNvSpPr/>
          <p:nvPr/>
        </p:nvSpPr>
        <p:spPr>
          <a:xfrm>
            <a:off x="335944" y="823362"/>
            <a:ext cx="2520706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RsoftData.py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D73BC0F-DBA4-D21C-11A9-191E31286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504" y="1493508"/>
            <a:ext cx="3615146" cy="11439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2C8FC18-596D-837C-E65C-C5E5BF269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16" y="1395323"/>
            <a:ext cx="2207022" cy="1549300"/>
          </a:xfrm>
          <a:prstGeom prst="rect">
            <a:avLst/>
          </a:prstGeom>
        </p:spPr>
      </p:pic>
      <p:sp>
        <p:nvSpPr>
          <p:cNvPr id="13" name="圆角矩形 6">
            <a:extLst>
              <a:ext uri="{FF2B5EF4-FFF2-40B4-BE49-F238E27FC236}">
                <a16:creationId xmlns:a16="http://schemas.microsoft.com/office/drawing/2014/main" id="{88E86AB4-E909-FA8C-9875-A0E67356689F}"/>
              </a:ext>
            </a:extLst>
          </p:cNvPr>
          <p:cNvSpPr/>
          <p:nvPr/>
        </p:nvSpPr>
        <p:spPr>
          <a:xfrm>
            <a:off x="335944" y="3122724"/>
            <a:ext cx="3095233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RsoftData.py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15FC300-C38F-9F54-F1F0-ED37EE4DE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03" y="3861895"/>
            <a:ext cx="6219825" cy="13620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2A15F21-8309-C606-A16E-14B46DCA4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88939"/>
            <a:ext cx="9144000" cy="70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2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5B650-9F1C-5EAA-B426-D60E12DB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4B3867D2-9666-5BB7-7E4B-F351F6F8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321E7E6C-37F6-984B-1614-A7DA49A9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3" name="圆角矩形 6">
            <a:extLst>
              <a:ext uri="{FF2B5EF4-FFF2-40B4-BE49-F238E27FC236}">
                <a16:creationId xmlns:a16="http://schemas.microsoft.com/office/drawing/2014/main" id="{A27A9950-11DE-9DF2-FB60-D4922724424D}"/>
              </a:ext>
            </a:extLst>
          </p:cNvPr>
          <p:cNvSpPr/>
          <p:nvPr/>
        </p:nvSpPr>
        <p:spPr>
          <a:xfrm>
            <a:off x="396904" y="788826"/>
            <a:ext cx="1870998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单次仿真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AD5F25-0137-FB9C-DA49-988775E55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29" y="1326251"/>
            <a:ext cx="5915025" cy="16287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7F6DAFB-879C-B531-5181-C2A1E311B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902" y="3160641"/>
            <a:ext cx="3592967" cy="31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81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32EF-D093-CA5D-20CE-4FA09728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2EF3EFA0-1C39-DD8F-D96B-58F24A5B5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F88FA952-FE79-9E7B-2EFA-C265313F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3" name="圆角矩形 6">
            <a:extLst>
              <a:ext uri="{FF2B5EF4-FFF2-40B4-BE49-F238E27FC236}">
                <a16:creationId xmlns:a16="http://schemas.microsoft.com/office/drawing/2014/main" id="{C7E4AC0D-4C73-42D1-3DCB-C49FBDE20A78}"/>
              </a:ext>
            </a:extLst>
          </p:cNvPr>
          <p:cNvSpPr/>
          <p:nvPr/>
        </p:nvSpPr>
        <p:spPr>
          <a:xfrm>
            <a:off x="396904" y="788826"/>
            <a:ext cx="1870998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扫描仿真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7A587AD-26D0-CA41-EFEC-C80D08408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054" y="136524"/>
            <a:ext cx="4624282" cy="16995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0863FA7-D0CF-C0F2-9FDB-9EB3871B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6" y="1880938"/>
            <a:ext cx="5077209" cy="48783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F4691C9-FB6B-8E48-DC8E-7D2F7B02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030" y="1893783"/>
            <a:ext cx="2172176" cy="496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03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795F-03DD-420B-D228-CF2C43C5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BC3EA9DB-61B0-8ABB-3599-C6D73E48C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BBB87150-1D7A-256C-46A7-91923200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3" name="圆角矩形 6">
            <a:extLst>
              <a:ext uri="{FF2B5EF4-FFF2-40B4-BE49-F238E27FC236}">
                <a16:creationId xmlns:a16="http://schemas.microsoft.com/office/drawing/2014/main" id="{CEC84ECE-D3FB-5E41-D9A1-11B8FE61755A}"/>
              </a:ext>
            </a:extLst>
          </p:cNvPr>
          <p:cNvSpPr/>
          <p:nvPr/>
        </p:nvSpPr>
        <p:spPr>
          <a:xfrm>
            <a:off x="396904" y="788826"/>
            <a:ext cx="1870998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扫描仿真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F02233-F07B-1493-5651-8D3DC1AA8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0462"/>
            <a:ext cx="91440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65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586CD-D79D-205E-497E-1954C302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B718D81E-525C-F8EB-FA6A-CA3F1D9B8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831DF5C1-BB14-7C43-F20A-9125B705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3" name="圆角矩形 6">
            <a:extLst>
              <a:ext uri="{FF2B5EF4-FFF2-40B4-BE49-F238E27FC236}">
                <a16:creationId xmlns:a16="http://schemas.microsoft.com/office/drawing/2014/main" id="{C7AA4B10-BB3E-8C40-1466-AA27FD9B1149}"/>
              </a:ext>
            </a:extLst>
          </p:cNvPr>
          <p:cNvSpPr/>
          <p:nvPr/>
        </p:nvSpPr>
        <p:spPr>
          <a:xfrm>
            <a:off x="396904" y="788826"/>
            <a:ext cx="1870998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优化仿真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E00297-6501-5C08-9CD6-AFBE74F65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5" y="1628503"/>
            <a:ext cx="5985179" cy="434540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FB08459-2537-5C98-883B-F0B17F5B5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047" y="2952205"/>
            <a:ext cx="2751206" cy="186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60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35AD-EAAE-58BE-5952-A0328B52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2927B15B-E2BC-D7B0-48AA-0AE32170E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DE4D65BA-91E1-66FC-1816-C5BBF865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3" name="圆角矩形 6">
            <a:extLst>
              <a:ext uri="{FF2B5EF4-FFF2-40B4-BE49-F238E27FC236}">
                <a16:creationId xmlns:a16="http://schemas.microsoft.com/office/drawing/2014/main" id="{C2B76439-4FB1-8E0D-1B30-8BE999CFA0E7}"/>
              </a:ext>
            </a:extLst>
          </p:cNvPr>
          <p:cNvSpPr/>
          <p:nvPr/>
        </p:nvSpPr>
        <p:spPr>
          <a:xfrm>
            <a:off x="410511" y="725818"/>
            <a:ext cx="1870998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正交仿真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41A348-2752-21AB-94D1-395017AEC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1" y="1155344"/>
            <a:ext cx="8081554" cy="16117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5EB3F2-6422-CEEE-8C02-1C50539D0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80" y="2811941"/>
            <a:ext cx="7532914" cy="38646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CF65F5-719C-44CC-E0D1-F8204F49A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070" y="2488091"/>
            <a:ext cx="197167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30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A467-C8F3-FB18-5ADB-A32F0C07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>
            <a:extLst>
              <a:ext uri="{FF2B5EF4-FFF2-40B4-BE49-F238E27FC236}">
                <a16:creationId xmlns:a16="http://schemas.microsoft.com/office/drawing/2014/main" id="{47E4CBBA-75D6-B52D-3510-94D1663FA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64" y="181415"/>
            <a:ext cx="5810650" cy="463846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wrap="square" lIns="90000" tIns="46800" rIns="90000" bIns="46800">
            <a:spAutoFit/>
          </a:bodyPr>
          <a:lstStyle>
            <a:defPPr>
              <a:defRPr lang="zh-CN"/>
            </a:defPPr>
            <a:lvl1pPr>
              <a:defRPr sz="3200" b="1">
                <a:ea typeface="楷体_GB2312" pitchFamily="49" charset="-122"/>
              </a:defRPr>
            </a:lvl1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代码功能及实例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80EBAEA4-A0B6-4A88-C52D-7029D8C1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246899A7-E28C-4AEE-8B4F-24CF6780A691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圆角矩形 6">
            <a:extLst>
              <a:ext uri="{FF2B5EF4-FFF2-40B4-BE49-F238E27FC236}">
                <a16:creationId xmlns:a16="http://schemas.microsoft.com/office/drawing/2014/main" id="{7A1481D7-B59A-9D79-6EE4-2DA10FDF7C70}"/>
              </a:ext>
            </a:extLst>
          </p:cNvPr>
          <p:cNvSpPr/>
          <p:nvPr/>
        </p:nvSpPr>
        <p:spPr>
          <a:xfrm>
            <a:off x="335944" y="823362"/>
            <a:ext cx="2520706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RsoftMail.py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6">
            <a:extLst>
              <a:ext uri="{FF2B5EF4-FFF2-40B4-BE49-F238E27FC236}">
                <a16:creationId xmlns:a16="http://schemas.microsoft.com/office/drawing/2014/main" id="{3CCEC8CB-46BA-AC99-2F71-264D2E3D570F}"/>
              </a:ext>
            </a:extLst>
          </p:cNvPr>
          <p:cNvSpPr/>
          <p:nvPr/>
        </p:nvSpPr>
        <p:spPr>
          <a:xfrm>
            <a:off x="335944" y="2787762"/>
            <a:ext cx="3095233" cy="3938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RsoftMail.py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6C56A6-BDFF-7BA3-B9B9-C56BCEFB1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54" y="667867"/>
            <a:ext cx="4800600" cy="7048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CD3770-F724-92A2-5365-8089914E7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29" y="1659370"/>
            <a:ext cx="2828925" cy="5905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BC54C94-B293-1847-13D3-5127505C8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952" y="1469788"/>
            <a:ext cx="2336196" cy="51915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B210EA-D8BC-9357-9077-3E43A3B58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148" y="1469788"/>
            <a:ext cx="2292104" cy="509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99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>
            <a:extLst>
              <a:ext uri="{FF2B5EF4-FFF2-40B4-BE49-F238E27FC236}">
                <a16:creationId xmlns:a16="http://schemas.microsoft.com/office/drawing/2014/main" id="{10B0C890-102D-4D5B-AE24-3F0A996B5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247" y="2271174"/>
            <a:ext cx="6588919" cy="132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zh-CN" altLang="en-US" sz="3451" b="0" dirty="0">
              <a:solidFill>
                <a:schemeClr val="tx1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DDEF939-D1F2-4153-88DC-57B352A9D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712" y="1"/>
            <a:ext cx="1944291" cy="578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5D6920C-0837-465B-A959-D5B4081B7F1A}"/>
              </a:ext>
            </a:extLst>
          </p:cNvPr>
          <p:cNvSpPr txBox="1"/>
          <p:nvPr/>
        </p:nvSpPr>
        <p:spPr>
          <a:xfrm>
            <a:off x="686127" y="1785491"/>
            <a:ext cx="77717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感谢老师和各位同学的聆听！</a:t>
            </a:r>
            <a:endParaRPr lang="en-US" altLang="zh-CN" sz="4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endParaRPr lang="en-US" altLang="zh-CN" sz="4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烦请讨论和指导！</a:t>
            </a:r>
            <a:endParaRPr lang="en-US" altLang="zh-CN" sz="4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5D1129-B511-4B95-9F0F-C93D9908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899A7-E28C-4AEE-8B4F-24CF6780A69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3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7954</TotalTime>
  <Words>598</Words>
  <Application>Microsoft Office PowerPoint</Application>
  <PresentationFormat>全屏显示(4:3)</PresentationFormat>
  <Paragraphs>89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隶书</vt:lpstr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Je quirity</dc:creator>
  <cp:lastModifiedBy>Cheems Wan</cp:lastModifiedBy>
  <cp:revision>90</cp:revision>
  <dcterms:created xsi:type="dcterms:W3CDTF">2023-03-27T08:29:09Z</dcterms:created>
  <dcterms:modified xsi:type="dcterms:W3CDTF">2025-03-27T03:19:33Z</dcterms:modified>
</cp:coreProperties>
</file>